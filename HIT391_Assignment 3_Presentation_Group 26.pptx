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4"/>
  </p:sldMasterIdLst>
  <p:notesMasterIdLst>
    <p:notesMasterId r:id="rId31"/>
  </p:notesMasterIdLst>
  <p:sldIdLst>
    <p:sldId id="330" r:id="rId5"/>
    <p:sldId id="331" r:id="rId6"/>
    <p:sldId id="332" r:id="rId7"/>
    <p:sldId id="333" r:id="rId8"/>
    <p:sldId id="323" r:id="rId9"/>
    <p:sldId id="322" r:id="rId10"/>
    <p:sldId id="324" r:id="rId11"/>
    <p:sldId id="335" r:id="rId12"/>
    <p:sldId id="341" r:id="rId13"/>
    <p:sldId id="316" r:id="rId14"/>
    <p:sldId id="317" r:id="rId15"/>
    <p:sldId id="318" r:id="rId16"/>
    <p:sldId id="319" r:id="rId17"/>
    <p:sldId id="320" r:id="rId18"/>
    <p:sldId id="269" r:id="rId19"/>
    <p:sldId id="257" r:id="rId20"/>
    <p:sldId id="258" r:id="rId21"/>
    <p:sldId id="259" r:id="rId22"/>
    <p:sldId id="267" r:id="rId23"/>
    <p:sldId id="336" r:id="rId24"/>
    <p:sldId id="337" r:id="rId25"/>
    <p:sldId id="338" r:id="rId26"/>
    <p:sldId id="339" r:id="rId27"/>
    <p:sldId id="340" r:id="rId28"/>
    <p:sldId id="334" r:id="rId29"/>
    <p:sldId id="312" r:id="rId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A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AA987A-18CE-7D58-306B-EAC145C15BE1}" v="14" dt="2025-05-12T08:07:02.475"/>
    <p1510:client id="{1C50564C-711A-004C-B57D-766186300C8D}" v="172" dt="2025-05-12T09:11:05"/>
    <p1510:client id="{23FC4BF1-505E-3380-8687-C77D540B1B60}" v="11" vWet="12" dt="2025-05-12T09:10:28.784"/>
    <p1510:client id="{2C8794EF-E774-3B0E-AF00-D08C8848109C}" v="2" dt="2025-05-12T07:49:20.794"/>
    <p1510:client id="{50E9C1B7-E910-CD28-7352-5DA5ED463793}" v="6" dt="2025-05-12T09:13:54.724"/>
    <p1510:client id="{5B3B73C5-2E84-6F52-ADF0-D52B025A5BCF}" v="22" dt="2025-05-12T08:23:54.916"/>
    <p1510:client id="{7698CC8F-BFBE-5197-1B67-12A19C3A562D}" v="1" dt="2025-05-12T11:19:03.505"/>
    <p1510:client id="{7F65E716-6A91-D14D-B9F9-4BBFDB1AAB89}" v="12" dt="2025-05-12T10:35:38.108"/>
    <p1510:client id="{8345FC94-36D4-22D9-A244-A1F86EBF6D20}" v="15" dt="2025-05-12T03:03:30.769"/>
    <p1510:client id="{A09C0EEA-032E-30AC-1A3C-B832B816E1EA}" v="345" dt="2025-05-12T04:37:50.551"/>
    <p1510:client id="{A6CC9DE9-0371-9AFA-3F70-F20D48E05340}" v="20" dt="2025-05-12T05:56:13.970"/>
    <p1510:client id="{B30EEA71-D92A-FE00-F97E-2813F63F4365}" v="63" dt="2025-05-12T09:04:14.049"/>
    <p1510:client id="{D546E289-CF8A-89BF-C7A1-79AB5431D352}" v="49" dt="2025-05-12T09:47:58.352"/>
    <p1510:client id="{DD0FC45C-4815-91D9-B6AD-FD943D41277A}" v="65" dt="2025-05-12T07:17:25.445"/>
    <p1510:client id="{E72A3B19-9956-15C5-E3EF-9CFFD3642125}" v="11" dt="2025-05-12T04:00:13.595"/>
    <p1510:client id="{E7A8D8BA-3D15-7947-8CC1-16D73C48DCB0}" v="1" dt="2025-05-12T12:08:53.081"/>
    <p1510:client id="{EDEB47F8-B6CA-EA69-B281-F106A7152237}" v="10" dt="2025-05-12T09:26:56.555"/>
    <p1510:client id="{FF6EEB1C-5871-4D28-BD03-87EB57CC52EA}" v="19" dt="2025-05-12T11:28:13.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91"/>
    <p:restoredTop sz="78613"/>
  </p:normalViewPr>
  <p:slideViewPr>
    <p:cSldViewPr snapToGrid="0">
      <p:cViewPr varScale="1">
        <p:scale>
          <a:sx n="115" d="100"/>
          <a:sy n="115" d="100"/>
        </p:scale>
        <p:origin x="13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yi Huang" userId="3bf93f54-0629-489c-b0eb-c38fac0ac0f0" providerId="ADAL" clId="{E7A8D8BA-3D15-7947-8CC1-16D73C48DCB0}"/>
    <pc:docChg chg="modSld">
      <pc:chgData name="Shuyi Huang" userId="3bf93f54-0629-489c-b0eb-c38fac0ac0f0" providerId="ADAL" clId="{E7A8D8BA-3D15-7947-8CC1-16D73C48DCB0}" dt="2025-05-12T12:08:53.081" v="0"/>
      <pc:docMkLst>
        <pc:docMk/>
      </pc:docMkLst>
      <pc:sldChg chg="delSp modTransition modAnim">
        <pc:chgData name="Shuyi Huang" userId="3bf93f54-0629-489c-b0eb-c38fac0ac0f0" providerId="ADAL" clId="{E7A8D8BA-3D15-7947-8CC1-16D73C48DCB0}" dt="2025-05-12T12:08:53.081" v="0"/>
        <pc:sldMkLst>
          <pc:docMk/>
          <pc:sldMk cId="0" sldId="257"/>
        </pc:sldMkLst>
        <pc:picChg chg="del">
          <ac:chgData name="Shuyi Huang" userId="3bf93f54-0629-489c-b0eb-c38fac0ac0f0" providerId="ADAL" clId="{E7A8D8BA-3D15-7947-8CC1-16D73C48DCB0}" dt="2025-05-12T12:08:53.081" v="0"/>
          <ac:picMkLst>
            <pc:docMk/>
            <pc:sldMk cId="0" sldId="257"/>
            <ac:picMk id="30" creationId="{4FB7254F-2A4B-EDED-73B9-08873A94B860}"/>
          </ac:picMkLst>
        </pc:picChg>
      </pc:sldChg>
      <pc:sldChg chg="delSp modTransition modAnim">
        <pc:chgData name="Shuyi Huang" userId="3bf93f54-0629-489c-b0eb-c38fac0ac0f0" providerId="ADAL" clId="{E7A8D8BA-3D15-7947-8CC1-16D73C48DCB0}" dt="2025-05-12T12:08:53.081" v="0"/>
        <pc:sldMkLst>
          <pc:docMk/>
          <pc:sldMk cId="0" sldId="258"/>
        </pc:sldMkLst>
        <pc:picChg chg="del">
          <ac:chgData name="Shuyi Huang" userId="3bf93f54-0629-489c-b0eb-c38fac0ac0f0" providerId="ADAL" clId="{E7A8D8BA-3D15-7947-8CC1-16D73C48DCB0}" dt="2025-05-12T12:08:53.081" v="0"/>
          <ac:picMkLst>
            <pc:docMk/>
            <pc:sldMk cId="0" sldId="258"/>
            <ac:picMk id="43" creationId="{44339CC7-DA4A-50A4-6ABF-6FB2867EA02F}"/>
          </ac:picMkLst>
        </pc:picChg>
      </pc:sldChg>
      <pc:sldChg chg="delSp modTransition modAnim">
        <pc:chgData name="Shuyi Huang" userId="3bf93f54-0629-489c-b0eb-c38fac0ac0f0" providerId="ADAL" clId="{E7A8D8BA-3D15-7947-8CC1-16D73C48DCB0}" dt="2025-05-12T12:08:53.081" v="0"/>
        <pc:sldMkLst>
          <pc:docMk/>
          <pc:sldMk cId="0" sldId="259"/>
        </pc:sldMkLst>
        <pc:picChg chg="del">
          <ac:chgData name="Shuyi Huang" userId="3bf93f54-0629-489c-b0eb-c38fac0ac0f0" providerId="ADAL" clId="{E7A8D8BA-3D15-7947-8CC1-16D73C48DCB0}" dt="2025-05-12T12:08:53.081" v="0"/>
          <ac:picMkLst>
            <pc:docMk/>
            <pc:sldMk cId="0" sldId="259"/>
            <ac:picMk id="31" creationId="{4473C7FE-2505-7A63-480E-F573A2DD51EB}"/>
          </ac:picMkLst>
        </pc:picChg>
      </pc:sldChg>
      <pc:sldChg chg="delSp modTransition modAnim">
        <pc:chgData name="Shuyi Huang" userId="3bf93f54-0629-489c-b0eb-c38fac0ac0f0" providerId="ADAL" clId="{E7A8D8BA-3D15-7947-8CC1-16D73C48DCB0}" dt="2025-05-12T12:08:53.081" v="0"/>
        <pc:sldMkLst>
          <pc:docMk/>
          <pc:sldMk cId="431235528" sldId="267"/>
        </pc:sldMkLst>
        <pc:picChg chg="del">
          <ac:chgData name="Shuyi Huang" userId="3bf93f54-0629-489c-b0eb-c38fac0ac0f0" providerId="ADAL" clId="{E7A8D8BA-3D15-7947-8CC1-16D73C48DCB0}" dt="2025-05-12T12:08:53.081" v="0"/>
          <ac:picMkLst>
            <pc:docMk/>
            <pc:sldMk cId="431235528" sldId="267"/>
            <ac:picMk id="9" creationId="{EA913AE2-5832-DB4A-3540-3498D12CED66}"/>
          </ac:picMkLst>
        </pc:picChg>
      </pc:sldChg>
      <pc:sldChg chg="delSp modTransition modAnim">
        <pc:chgData name="Shuyi Huang" userId="3bf93f54-0629-489c-b0eb-c38fac0ac0f0" providerId="ADAL" clId="{E7A8D8BA-3D15-7947-8CC1-16D73C48DCB0}" dt="2025-05-12T12:08:53.081" v="0"/>
        <pc:sldMkLst>
          <pc:docMk/>
          <pc:sldMk cId="1224529268" sldId="269"/>
        </pc:sldMkLst>
        <pc:picChg chg="del">
          <ac:chgData name="Shuyi Huang" userId="3bf93f54-0629-489c-b0eb-c38fac0ac0f0" providerId="ADAL" clId="{E7A8D8BA-3D15-7947-8CC1-16D73C48DCB0}" dt="2025-05-12T12:08:53.081" v="0"/>
          <ac:picMkLst>
            <pc:docMk/>
            <pc:sldMk cId="1224529268" sldId="269"/>
            <ac:picMk id="10" creationId="{63F5E922-1997-E567-B6B2-04B1177E7F7A}"/>
          </ac:picMkLst>
        </pc:picChg>
      </pc:sldChg>
      <pc:sldChg chg="modTransition">
        <pc:chgData name="Shuyi Huang" userId="3bf93f54-0629-489c-b0eb-c38fac0ac0f0" providerId="ADAL" clId="{E7A8D8BA-3D15-7947-8CC1-16D73C48DCB0}" dt="2025-05-12T12:08:53.081" v="0"/>
        <pc:sldMkLst>
          <pc:docMk/>
          <pc:sldMk cId="1129526967" sldId="312"/>
        </pc:sldMkLst>
      </pc:sldChg>
      <pc:sldChg chg="delSp modTransition modAnim">
        <pc:chgData name="Shuyi Huang" userId="3bf93f54-0629-489c-b0eb-c38fac0ac0f0" providerId="ADAL" clId="{E7A8D8BA-3D15-7947-8CC1-16D73C48DCB0}" dt="2025-05-12T12:08:53.081" v="0"/>
        <pc:sldMkLst>
          <pc:docMk/>
          <pc:sldMk cId="3893585328" sldId="316"/>
        </pc:sldMkLst>
        <pc:picChg chg="del">
          <ac:chgData name="Shuyi Huang" userId="3bf93f54-0629-489c-b0eb-c38fac0ac0f0" providerId="ADAL" clId="{E7A8D8BA-3D15-7947-8CC1-16D73C48DCB0}" dt="2025-05-12T12:08:53.081" v="0"/>
          <ac:picMkLst>
            <pc:docMk/>
            <pc:sldMk cId="3893585328" sldId="316"/>
            <ac:picMk id="32" creationId="{E23944FF-0D18-1E19-BBF3-E647B6C3A965}"/>
          </ac:picMkLst>
        </pc:picChg>
      </pc:sldChg>
      <pc:sldChg chg="delSp modTransition modAnim">
        <pc:chgData name="Shuyi Huang" userId="3bf93f54-0629-489c-b0eb-c38fac0ac0f0" providerId="ADAL" clId="{E7A8D8BA-3D15-7947-8CC1-16D73C48DCB0}" dt="2025-05-12T12:08:53.081" v="0"/>
        <pc:sldMkLst>
          <pc:docMk/>
          <pc:sldMk cId="971571179" sldId="317"/>
        </pc:sldMkLst>
        <pc:picChg chg="del">
          <ac:chgData name="Shuyi Huang" userId="3bf93f54-0629-489c-b0eb-c38fac0ac0f0" providerId="ADAL" clId="{E7A8D8BA-3D15-7947-8CC1-16D73C48DCB0}" dt="2025-05-12T12:08:53.081" v="0"/>
          <ac:picMkLst>
            <pc:docMk/>
            <pc:sldMk cId="971571179" sldId="317"/>
            <ac:picMk id="38" creationId="{0F8B245E-23B8-DC79-B855-A5D5FDC1D074}"/>
          </ac:picMkLst>
        </pc:picChg>
      </pc:sldChg>
      <pc:sldChg chg="delSp modTransition modAnim">
        <pc:chgData name="Shuyi Huang" userId="3bf93f54-0629-489c-b0eb-c38fac0ac0f0" providerId="ADAL" clId="{E7A8D8BA-3D15-7947-8CC1-16D73C48DCB0}" dt="2025-05-12T12:08:53.081" v="0"/>
        <pc:sldMkLst>
          <pc:docMk/>
          <pc:sldMk cId="3550972815" sldId="318"/>
        </pc:sldMkLst>
        <pc:picChg chg="del">
          <ac:chgData name="Shuyi Huang" userId="3bf93f54-0629-489c-b0eb-c38fac0ac0f0" providerId="ADAL" clId="{E7A8D8BA-3D15-7947-8CC1-16D73C48DCB0}" dt="2025-05-12T12:08:53.081" v="0"/>
          <ac:picMkLst>
            <pc:docMk/>
            <pc:sldMk cId="3550972815" sldId="318"/>
            <ac:picMk id="50" creationId="{3D895B33-179A-160A-DECB-73C2132FA4F8}"/>
          </ac:picMkLst>
        </pc:picChg>
      </pc:sldChg>
      <pc:sldChg chg="delSp modTransition modAnim">
        <pc:chgData name="Shuyi Huang" userId="3bf93f54-0629-489c-b0eb-c38fac0ac0f0" providerId="ADAL" clId="{E7A8D8BA-3D15-7947-8CC1-16D73C48DCB0}" dt="2025-05-12T12:08:53.081" v="0"/>
        <pc:sldMkLst>
          <pc:docMk/>
          <pc:sldMk cId="194301125" sldId="319"/>
        </pc:sldMkLst>
        <pc:picChg chg="del">
          <ac:chgData name="Shuyi Huang" userId="3bf93f54-0629-489c-b0eb-c38fac0ac0f0" providerId="ADAL" clId="{E7A8D8BA-3D15-7947-8CC1-16D73C48DCB0}" dt="2025-05-12T12:08:53.081" v="0"/>
          <ac:picMkLst>
            <pc:docMk/>
            <pc:sldMk cId="194301125" sldId="319"/>
            <ac:picMk id="96" creationId="{F9CBF354-41C8-F08D-B032-5D9EBA40A994}"/>
          </ac:picMkLst>
        </pc:picChg>
      </pc:sldChg>
      <pc:sldChg chg="delSp modTransition modAnim">
        <pc:chgData name="Shuyi Huang" userId="3bf93f54-0629-489c-b0eb-c38fac0ac0f0" providerId="ADAL" clId="{E7A8D8BA-3D15-7947-8CC1-16D73C48DCB0}" dt="2025-05-12T12:08:53.081" v="0"/>
        <pc:sldMkLst>
          <pc:docMk/>
          <pc:sldMk cId="391495764" sldId="320"/>
        </pc:sldMkLst>
        <pc:picChg chg="del">
          <ac:chgData name="Shuyi Huang" userId="3bf93f54-0629-489c-b0eb-c38fac0ac0f0" providerId="ADAL" clId="{E7A8D8BA-3D15-7947-8CC1-16D73C48DCB0}" dt="2025-05-12T12:08:53.081" v="0"/>
          <ac:picMkLst>
            <pc:docMk/>
            <pc:sldMk cId="391495764" sldId="320"/>
            <ac:picMk id="118" creationId="{14B65C85-18BA-043D-1662-E4BC4CDC9C87}"/>
          </ac:picMkLst>
        </pc:picChg>
      </pc:sldChg>
      <pc:sldChg chg="delSp modTransition modAnim">
        <pc:chgData name="Shuyi Huang" userId="3bf93f54-0629-489c-b0eb-c38fac0ac0f0" providerId="ADAL" clId="{E7A8D8BA-3D15-7947-8CC1-16D73C48DCB0}" dt="2025-05-12T12:08:53.081" v="0"/>
        <pc:sldMkLst>
          <pc:docMk/>
          <pc:sldMk cId="495547243" sldId="322"/>
        </pc:sldMkLst>
        <pc:picChg chg="del">
          <ac:chgData name="Shuyi Huang" userId="3bf93f54-0629-489c-b0eb-c38fac0ac0f0" providerId="ADAL" clId="{E7A8D8BA-3D15-7947-8CC1-16D73C48DCB0}" dt="2025-05-12T12:08:53.081" v="0"/>
          <ac:picMkLst>
            <pc:docMk/>
            <pc:sldMk cId="495547243" sldId="322"/>
            <ac:picMk id="16" creationId="{85C15135-B029-AFBB-A3E0-B2FDE806642A}"/>
          </ac:picMkLst>
        </pc:picChg>
      </pc:sldChg>
      <pc:sldChg chg="delSp modTransition modAnim">
        <pc:chgData name="Shuyi Huang" userId="3bf93f54-0629-489c-b0eb-c38fac0ac0f0" providerId="ADAL" clId="{E7A8D8BA-3D15-7947-8CC1-16D73C48DCB0}" dt="2025-05-12T12:08:53.081" v="0"/>
        <pc:sldMkLst>
          <pc:docMk/>
          <pc:sldMk cId="1790301520" sldId="323"/>
        </pc:sldMkLst>
        <pc:picChg chg="del">
          <ac:chgData name="Shuyi Huang" userId="3bf93f54-0629-489c-b0eb-c38fac0ac0f0" providerId="ADAL" clId="{E7A8D8BA-3D15-7947-8CC1-16D73C48DCB0}" dt="2025-05-12T12:08:53.081" v="0"/>
          <ac:picMkLst>
            <pc:docMk/>
            <pc:sldMk cId="1790301520" sldId="323"/>
            <ac:picMk id="31" creationId="{18ABE853-F3A9-D139-2CC8-F896EE84D956}"/>
          </ac:picMkLst>
        </pc:picChg>
      </pc:sldChg>
      <pc:sldChg chg="delSp modTransition modAnim">
        <pc:chgData name="Shuyi Huang" userId="3bf93f54-0629-489c-b0eb-c38fac0ac0f0" providerId="ADAL" clId="{E7A8D8BA-3D15-7947-8CC1-16D73C48DCB0}" dt="2025-05-12T12:08:53.081" v="0"/>
        <pc:sldMkLst>
          <pc:docMk/>
          <pc:sldMk cId="3344453177" sldId="324"/>
        </pc:sldMkLst>
        <pc:picChg chg="del">
          <ac:chgData name="Shuyi Huang" userId="3bf93f54-0629-489c-b0eb-c38fac0ac0f0" providerId="ADAL" clId="{E7A8D8BA-3D15-7947-8CC1-16D73C48DCB0}" dt="2025-05-12T12:08:53.081" v="0"/>
          <ac:picMkLst>
            <pc:docMk/>
            <pc:sldMk cId="3344453177" sldId="324"/>
            <ac:picMk id="11" creationId="{9B531398-1AA8-E606-6713-6AEE6A8406E3}"/>
          </ac:picMkLst>
        </pc:picChg>
      </pc:sldChg>
      <pc:sldChg chg="delSp modTransition modAnim">
        <pc:chgData name="Shuyi Huang" userId="3bf93f54-0629-489c-b0eb-c38fac0ac0f0" providerId="ADAL" clId="{E7A8D8BA-3D15-7947-8CC1-16D73C48DCB0}" dt="2025-05-12T12:08:53.081" v="0"/>
        <pc:sldMkLst>
          <pc:docMk/>
          <pc:sldMk cId="3233259191" sldId="330"/>
        </pc:sldMkLst>
        <pc:picChg chg="del">
          <ac:chgData name="Shuyi Huang" userId="3bf93f54-0629-489c-b0eb-c38fac0ac0f0" providerId="ADAL" clId="{E7A8D8BA-3D15-7947-8CC1-16D73C48DCB0}" dt="2025-05-12T12:08:53.081" v="0"/>
          <ac:picMkLst>
            <pc:docMk/>
            <pc:sldMk cId="3233259191" sldId="330"/>
            <ac:picMk id="58" creationId="{4CFC127F-9CBB-1324-0698-B596D1F0A22F}"/>
          </ac:picMkLst>
        </pc:picChg>
      </pc:sldChg>
      <pc:sldChg chg="delSp modTransition modAnim">
        <pc:chgData name="Shuyi Huang" userId="3bf93f54-0629-489c-b0eb-c38fac0ac0f0" providerId="ADAL" clId="{E7A8D8BA-3D15-7947-8CC1-16D73C48DCB0}" dt="2025-05-12T12:08:53.081" v="0"/>
        <pc:sldMkLst>
          <pc:docMk/>
          <pc:sldMk cId="2392410161" sldId="331"/>
        </pc:sldMkLst>
        <pc:picChg chg="del">
          <ac:chgData name="Shuyi Huang" userId="3bf93f54-0629-489c-b0eb-c38fac0ac0f0" providerId="ADAL" clId="{E7A8D8BA-3D15-7947-8CC1-16D73C48DCB0}" dt="2025-05-12T12:08:53.081" v="0"/>
          <ac:picMkLst>
            <pc:docMk/>
            <pc:sldMk cId="2392410161" sldId="331"/>
            <ac:picMk id="71" creationId="{58F8E3DE-807E-3967-D8F2-1C3CE5E2CAC9}"/>
          </ac:picMkLst>
        </pc:picChg>
      </pc:sldChg>
      <pc:sldChg chg="delSp modTransition modAnim">
        <pc:chgData name="Shuyi Huang" userId="3bf93f54-0629-489c-b0eb-c38fac0ac0f0" providerId="ADAL" clId="{E7A8D8BA-3D15-7947-8CC1-16D73C48DCB0}" dt="2025-05-12T12:08:53.081" v="0"/>
        <pc:sldMkLst>
          <pc:docMk/>
          <pc:sldMk cId="1843698903" sldId="332"/>
        </pc:sldMkLst>
        <pc:picChg chg="del">
          <ac:chgData name="Shuyi Huang" userId="3bf93f54-0629-489c-b0eb-c38fac0ac0f0" providerId="ADAL" clId="{E7A8D8BA-3D15-7947-8CC1-16D73C48DCB0}" dt="2025-05-12T12:08:53.081" v="0"/>
          <ac:picMkLst>
            <pc:docMk/>
            <pc:sldMk cId="1843698903" sldId="332"/>
            <ac:picMk id="31" creationId="{815E6535-6138-024C-ED6B-AD6E768830E6}"/>
          </ac:picMkLst>
        </pc:picChg>
      </pc:sldChg>
      <pc:sldChg chg="delSp modTransition modAnim">
        <pc:chgData name="Shuyi Huang" userId="3bf93f54-0629-489c-b0eb-c38fac0ac0f0" providerId="ADAL" clId="{E7A8D8BA-3D15-7947-8CC1-16D73C48DCB0}" dt="2025-05-12T12:08:53.081" v="0"/>
        <pc:sldMkLst>
          <pc:docMk/>
          <pc:sldMk cId="3686055558" sldId="333"/>
        </pc:sldMkLst>
        <pc:picChg chg="del">
          <ac:chgData name="Shuyi Huang" userId="3bf93f54-0629-489c-b0eb-c38fac0ac0f0" providerId="ADAL" clId="{E7A8D8BA-3D15-7947-8CC1-16D73C48DCB0}" dt="2025-05-12T12:08:53.081" v="0"/>
          <ac:picMkLst>
            <pc:docMk/>
            <pc:sldMk cId="3686055558" sldId="333"/>
            <ac:picMk id="37" creationId="{2A094DE0-1D08-8993-3D8C-AF832A91DE5C}"/>
          </ac:picMkLst>
        </pc:picChg>
      </pc:sldChg>
      <pc:sldChg chg="delSp modTransition modAnim">
        <pc:chgData name="Shuyi Huang" userId="3bf93f54-0629-489c-b0eb-c38fac0ac0f0" providerId="ADAL" clId="{E7A8D8BA-3D15-7947-8CC1-16D73C48DCB0}" dt="2025-05-12T12:08:53.081" v="0"/>
        <pc:sldMkLst>
          <pc:docMk/>
          <pc:sldMk cId="2415819106" sldId="334"/>
        </pc:sldMkLst>
        <pc:picChg chg="del">
          <ac:chgData name="Shuyi Huang" userId="3bf93f54-0629-489c-b0eb-c38fac0ac0f0" providerId="ADAL" clId="{E7A8D8BA-3D15-7947-8CC1-16D73C48DCB0}" dt="2025-05-12T12:08:53.081" v="0"/>
          <ac:picMkLst>
            <pc:docMk/>
            <pc:sldMk cId="2415819106" sldId="334"/>
            <ac:picMk id="10" creationId="{98DB5F80-A9D6-D0C7-5514-D52A8230FE75}"/>
          </ac:picMkLst>
        </pc:picChg>
      </pc:sldChg>
      <pc:sldChg chg="delSp modTransition modAnim">
        <pc:chgData name="Shuyi Huang" userId="3bf93f54-0629-489c-b0eb-c38fac0ac0f0" providerId="ADAL" clId="{E7A8D8BA-3D15-7947-8CC1-16D73C48DCB0}" dt="2025-05-12T12:08:53.081" v="0"/>
        <pc:sldMkLst>
          <pc:docMk/>
          <pc:sldMk cId="3918500841" sldId="335"/>
        </pc:sldMkLst>
        <pc:picChg chg="del">
          <ac:chgData name="Shuyi Huang" userId="3bf93f54-0629-489c-b0eb-c38fac0ac0f0" providerId="ADAL" clId="{E7A8D8BA-3D15-7947-8CC1-16D73C48DCB0}" dt="2025-05-12T12:08:53.081" v="0"/>
          <ac:picMkLst>
            <pc:docMk/>
            <pc:sldMk cId="3918500841" sldId="335"/>
            <ac:picMk id="45" creationId="{1E6CAEDF-9F24-D52F-E1F5-F095EE912649}"/>
          </ac:picMkLst>
        </pc:picChg>
      </pc:sldChg>
      <pc:sldChg chg="delSp modTransition modAnim">
        <pc:chgData name="Shuyi Huang" userId="3bf93f54-0629-489c-b0eb-c38fac0ac0f0" providerId="ADAL" clId="{E7A8D8BA-3D15-7947-8CC1-16D73C48DCB0}" dt="2025-05-12T12:08:53.081" v="0"/>
        <pc:sldMkLst>
          <pc:docMk/>
          <pc:sldMk cId="539441398" sldId="336"/>
        </pc:sldMkLst>
        <pc:picChg chg="del">
          <ac:chgData name="Shuyi Huang" userId="3bf93f54-0629-489c-b0eb-c38fac0ac0f0" providerId="ADAL" clId="{E7A8D8BA-3D15-7947-8CC1-16D73C48DCB0}" dt="2025-05-12T12:08:53.081" v="0"/>
          <ac:picMkLst>
            <pc:docMk/>
            <pc:sldMk cId="539441398" sldId="336"/>
            <ac:picMk id="36" creationId="{FF138D11-3997-6835-0F1B-5EBA9004D1E2}"/>
          </ac:picMkLst>
        </pc:picChg>
      </pc:sldChg>
      <pc:sldChg chg="delSp modTransition modAnim">
        <pc:chgData name="Shuyi Huang" userId="3bf93f54-0629-489c-b0eb-c38fac0ac0f0" providerId="ADAL" clId="{E7A8D8BA-3D15-7947-8CC1-16D73C48DCB0}" dt="2025-05-12T12:08:53.081" v="0"/>
        <pc:sldMkLst>
          <pc:docMk/>
          <pc:sldMk cId="3947348704" sldId="337"/>
        </pc:sldMkLst>
        <pc:picChg chg="del">
          <ac:chgData name="Shuyi Huang" userId="3bf93f54-0629-489c-b0eb-c38fac0ac0f0" providerId="ADAL" clId="{E7A8D8BA-3D15-7947-8CC1-16D73C48DCB0}" dt="2025-05-12T12:08:53.081" v="0"/>
          <ac:picMkLst>
            <pc:docMk/>
            <pc:sldMk cId="3947348704" sldId="337"/>
            <ac:picMk id="13" creationId="{E4AED816-B3A4-597D-A86A-94C15A2E77F8}"/>
          </ac:picMkLst>
        </pc:picChg>
      </pc:sldChg>
      <pc:sldChg chg="delSp modTransition modAnim">
        <pc:chgData name="Shuyi Huang" userId="3bf93f54-0629-489c-b0eb-c38fac0ac0f0" providerId="ADAL" clId="{E7A8D8BA-3D15-7947-8CC1-16D73C48DCB0}" dt="2025-05-12T12:08:53.081" v="0"/>
        <pc:sldMkLst>
          <pc:docMk/>
          <pc:sldMk cId="203658165" sldId="338"/>
        </pc:sldMkLst>
        <pc:picChg chg="del">
          <ac:chgData name="Shuyi Huang" userId="3bf93f54-0629-489c-b0eb-c38fac0ac0f0" providerId="ADAL" clId="{E7A8D8BA-3D15-7947-8CC1-16D73C48DCB0}" dt="2025-05-12T12:08:53.081" v="0"/>
          <ac:picMkLst>
            <pc:docMk/>
            <pc:sldMk cId="203658165" sldId="338"/>
            <ac:picMk id="5" creationId="{1D944232-0829-7A17-E328-3AB5C9DCD6B8}"/>
          </ac:picMkLst>
        </pc:picChg>
      </pc:sldChg>
      <pc:sldChg chg="delSp modTransition modAnim">
        <pc:chgData name="Shuyi Huang" userId="3bf93f54-0629-489c-b0eb-c38fac0ac0f0" providerId="ADAL" clId="{E7A8D8BA-3D15-7947-8CC1-16D73C48DCB0}" dt="2025-05-12T12:08:53.081" v="0"/>
        <pc:sldMkLst>
          <pc:docMk/>
          <pc:sldMk cId="3554895395" sldId="339"/>
        </pc:sldMkLst>
        <pc:picChg chg="del">
          <ac:chgData name="Shuyi Huang" userId="3bf93f54-0629-489c-b0eb-c38fac0ac0f0" providerId="ADAL" clId="{E7A8D8BA-3D15-7947-8CC1-16D73C48DCB0}" dt="2025-05-12T12:08:53.081" v="0"/>
          <ac:picMkLst>
            <pc:docMk/>
            <pc:sldMk cId="3554895395" sldId="339"/>
            <ac:picMk id="5" creationId="{8FC36111-C13F-7914-D899-2D1F15740C7D}"/>
          </ac:picMkLst>
        </pc:picChg>
      </pc:sldChg>
      <pc:sldChg chg="delSp modTransition modAnim">
        <pc:chgData name="Shuyi Huang" userId="3bf93f54-0629-489c-b0eb-c38fac0ac0f0" providerId="ADAL" clId="{E7A8D8BA-3D15-7947-8CC1-16D73C48DCB0}" dt="2025-05-12T12:08:53.081" v="0"/>
        <pc:sldMkLst>
          <pc:docMk/>
          <pc:sldMk cId="2857665346" sldId="340"/>
        </pc:sldMkLst>
        <pc:picChg chg="del">
          <ac:chgData name="Shuyi Huang" userId="3bf93f54-0629-489c-b0eb-c38fac0ac0f0" providerId="ADAL" clId="{E7A8D8BA-3D15-7947-8CC1-16D73C48DCB0}" dt="2025-05-12T12:08:53.081" v="0"/>
          <ac:picMkLst>
            <pc:docMk/>
            <pc:sldMk cId="2857665346" sldId="340"/>
            <ac:picMk id="5" creationId="{042E3A66-829E-61ED-35D6-A7E056D4BB27}"/>
          </ac:picMkLst>
        </pc:picChg>
      </pc:sldChg>
      <pc:sldChg chg="delSp modTransition modAnim">
        <pc:chgData name="Shuyi Huang" userId="3bf93f54-0629-489c-b0eb-c38fac0ac0f0" providerId="ADAL" clId="{E7A8D8BA-3D15-7947-8CC1-16D73C48DCB0}" dt="2025-05-12T12:08:53.081" v="0"/>
        <pc:sldMkLst>
          <pc:docMk/>
          <pc:sldMk cId="3837566457" sldId="341"/>
        </pc:sldMkLst>
        <pc:picChg chg="del">
          <ac:chgData name="Shuyi Huang" userId="3bf93f54-0629-489c-b0eb-c38fac0ac0f0" providerId="ADAL" clId="{E7A8D8BA-3D15-7947-8CC1-16D73C48DCB0}" dt="2025-05-12T12:08:53.081" v="0"/>
          <ac:picMkLst>
            <pc:docMk/>
            <pc:sldMk cId="3837566457" sldId="341"/>
            <ac:picMk id="37" creationId="{516A29E0-DC46-7AC7-77BC-23F355E5E3A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B8EE8-27E3-964C-89AC-12718F1F933D}"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BEEBD6-EAA6-BB41-A4EC-95587E2DAD9E}" type="slidenum">
              <a:rPr lang="en-US" smtClean="0"/>
              <a:t>‹#›</a:t>
            </a:fld>
            <a:endParaRPr lang="en-US"/>
          </a:p>
        </p:txBody>
      </p:sp>
    </p:spTree>
    <p:extLst>
      <p:ext uri="{BB962C8B-B14F-4D97-AF65-F5344CB8AC3E}">
        <p14:creationId xmlns:p14="http://schemas.microsoft.com/office/powerpoint/2010/main" val="76607632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65BEEBD6-EAA6-BB41-A4EC-95587E2DAD9E}" type="slidenum">
              <a:rPr lang="en-US" smtClean="0"/>
              <a:t>1</a:t>
            </a:fld>
            <a:endParaRPr lang="en-US"/>
          </a:p>
        </p:txBody>
      </p:sp>
    </p:spTree>
    <p:extLst>
      <p:ext uri="{BB962C8B-B14F-4D97-AF65-F5344CB8AC3E}">
        <p14:creationId xmlns:p14="http://schemas.microsoft.com/office/powerpoint/2010/main" val="1330209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BEEBD6-EAA6-BB41-A4EC-95587E2DAD9E}" type="slidenum">
              <a:rPr lang="en-US" smtClean="0"/>
              <a:t>2</a:t>
            </a:fld>
            <a:endParaRPr lang="en-US"/>
          </a:p>
        </p:txBody>
      </p:sp>
    </p:spTree>
    <p:extLst>
      <p:ext uri="{BB962C8B-B14F-4D97-AF65-F5344CB8AC3E}">
        <p14:creationId xmlns:p14="http://schemas.microsoft.com/office/powerpoint/2010/main" val="1423382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BEEBD6-EAA6-BB41-A4EC-95587E2DAD9E}" type="slidenum">
              <a:rPr lang="en-US" smtClean="0"/>
              <a:t>3</a:t>
            </a:fld>
            <a:endParaRPr lang="en-US"/>
          </a:p>
        </p:txBody>
      </p:sp>
    </p:spTree>
    <p:extLst>
      <p:ext uri="{BB962C8B-B14F-4D97-AF65-F5344CB8AC3E}">
        <p14:creationId xmlns:p14="http://schemas.microsoft.com/office/powerpoint/2010/main" val="3243895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a:p>
        </p:txBody>
      </p:sp>
      <p:sp>
        <p:nvSpPr>
          <p:cNvPr id="4" name="Slide Number Placeholder 3"/>
          <p:cNvSpPr>
            <a:spLocks noGrp="1"/>
          </p:cNvSpPr>
          <p:nvPr>
            <p:ph type="sldNum" sz="quarter" idx="5"/>
          </p:nvPr>
        </p:nvSpPr>
        <p:spPr/>
        <p:txBody>
          <a:bodyPr/>
          <a:lstStyle/>
          <a:p>
            <a:fld id="{65BEEBD6-EAA6-BB41-A4EC-95587E2DAD9E}" type="slidenum">
              <a:rPr lang="en-US" smtClean="0"/>
              <a:t>4</a:t>
            </a:fld>
            <a:endParaRPr lang="en-US"/>
          </a:p>
        </p:txBody>
      </p:sp>
    </p:spTree>
    <p:extLst>
      <p:ext uri="{BB962C8B-B14F-4D97-AF65-F5344CB8AC3E}">
        <p14:creationId xmlns:p14="http://schemas.microsoft.com/office/powerpoint/2010/main" val="111849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0930-7CF3-E792-534A-494D8514D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E0326-C6F2-B339-0F14-3CE2EE44B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65A64-AB86-0C52-17F7-7396B5BB3A46}"/>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EB472A41-F33C-8F27-27FB-5102E296B9CC}"/>
              </a:ext>
            </a:extLst>
          </p:cNvPr>
          <p:cNvSpPr>
            <a:spLocks noGrp="1"/>
          </p:cNvSpPr>
          <p:nvPr>
            <p:ph type="sldNum" sz="quarter" idx="5"/>
          </p:nvPr>
        </p:nvSpPr>
        <p:spPr/>
        <p:txBody>
          <a:bodyPr/>
          <a:lstStyle/>
          <a:p>
            <a:fld id="{65BEEBD6-EAA6-BB41-A4EC-95587E2DAD9E}" type="slidenum">
              <a:rPr lang="en-US" smtClean="0"/>
              <a:t>5</a:t>
            </a:fld>
            <a:endParaRPr lang="en-US"/>
          </a:p>
        </p:txBody>
      </p:sp>
    </p:spTree>
    <p:extLst>
      <p:ext uri="{BB962C8B-B14F-4D97-AF65-F5344CB8AC3E}">
        <p14:creationId xmlns:p14="http://schemas.microsoft.com/office/powerpoint/2010/main" val="248839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1639A-2278-8327-F38E-F13FF187D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8DC89-C91F-9D90-CEDB-1DDF40875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235D4-6DDC-FAD6-8886-FC1E8595A43A}"/>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26C9D8CC-694A-5A33-A2B3-9E624989A384}"/>
              </a:ext>
            </a:extLst>
          </p:cNvPr>
          <p:cNvSpPr>
            <a:spLocks noGrp="1"/>
          </p:cNvSpPr>
          <p:nvPr>
            <p:ph type="sldNum" sz="quarter" idx="5"/>
          </p:nvPr>
        </p:nvSpPr>
        <p:spPr/>
        <p:txBody>
          <a:bodyPr/>
          <a:lstStyle/>
          <a:p>
            <a:fld id="{65BEEBD6-EAA6-BB41-A4EC-95587E2DAD9E}" type="slidenum">
              <a:rPr lang="en-US" smtClean="0"/>
              <a:t>6</a:t>
            </a:fld>
            <a:endParaRPr lang="en-US"/>
          </a:p>
        </p:txBody>
      </p:sp>
    </p:spTree>
    <p:extLst>
      <p:ext uri="{BB962C8B-B14F-4D97-AF65-F5344CB8AC3E}">
        <p14:creationId xmlns:p14="http://schemas.microsoft.com/office/powerpoint/2010/main" val="1590012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F84FF-A282-8E76-9986-1E1CEC18A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4039B-244B-B31B-A23F-A3CB95172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40A6C-FF05-943C-FA7A-1D2E7C71E9E6}"/>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FFC51E51-25A6-94E3-7E7E-9A887046430E}"/>
              </a:ext>
            </a:extLst>
          </p:cNvPr>
          <p:cNvSpPr>
            <a:spLocks noGrp="1"/>
          </p:cNvSpPr>
          <p:nvPr>
            <p:ph type="sldNum" sz="quarter" idx="5"/>
          </p:nvPr>
        </p:nvSpPr>
        <p:spPr/>
        <p:txBody>
          <a:bodyPr/>
          <a:lstStyle/>
          <a:p>
            <a:fld id="{65BEEBD6-EAA6-BB41-A4EC-95587E2DAD9E}" type="slidenum">
              <a:rPr lang="en-US" smtClean="0"/>
              <a:t>7</a:t>
            </a:fld>
            <a:endParaRPr lang="en-US"/>
          </a:p>
        </p:txBody>
      </p:sp>
    </p:spTree>
    <p:extLst>
      <p:ext uri="{BB962C8B-B14F-4D97-AF65-F5344CB8AC3E}">
        <p14:creationId xmlns:p14="http://schemas.microsoft.com/office/powerpoint/2010/main" val="352382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b="0"/>
          </a:p>
        </p:txBody>
      </p:sp>
      <p:sp>
        <p:nvSpPr>
          <p:cNvPr id="4" name="Slide Number Placeholder 3"/>
          <p:cNvSpPr>
            <a:spLocks noGrp="1"/>
          </p:cNvSpPr>
          <p:nvPr>
            <p:ph type="sldNum" sz="quarter" idx="5"/>
          </p:nvPr>
        </p:nvSpPr>
        <p:spPr/>
        <p:txBody>
          <a:bodyPr/>
          <a:lstStyle/>
          <a:p>
            <a:fld id="{65BEEBD6-EAA6-BB41-A4EC-95587E2DAD9E}" type="slidenum">
              <a:rPr lang="en-US" smtClean="0"/>
              <a:t>8</a:t>
            </a:fld>
            <a:endParaRPr lang="en-US"/>
          </a:p>
        </p:txBody>
      </p:sp>
    </p:spTree>
    <p:extLst>
      <p:ext uri="{BB962C8B-B14F-4D97-AF65-F5344CB8AC3E}">
        <p14:creationId xmlns:p14="http://schemas.microsoft.com/office/powerpoint/2010/main" val="3962263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CBE4-12FB-49AD-61FD-5140EEB03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88BD9-611F-4D37-138D-EE9B49E7B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64DC0-65D8-1A63-8FE3-4C6784AD1E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CAEB5F-A24F-6BEB-F3FC-D238C026C5CF}"/>
              </a:ext>
            </a:extLst>
          </p:cNvPr>
          <p:cNvSpPr>
            <a:spLocks noGrp="1"/>
          </p:cNvSpPr>
          <p:nvPr>
            <p:ph type="sldNum" sz="quarter" idx="5"/>
          </p:nvPr>
        </p:nvSpPr>
        <p:spPr/>
        <p:txBody>
          <a:bodyPr/>
          <a:lstStyle/>
          <a:p>
            <a:fld id="{65BEEBD6-EAA6-BB41-A4EC-95587E2DAD9E}" type="slidenum">
              <a:rPr lang="en-US" smtClean="0"/>
              <a:t>9</a:t>
            </a:fld>
            <a:endParaRPr lang="en-US"/>
          </a:p>
        </p:txBody>
      </p:sp>
    </p:spTree>
    <p:extLst>
      <p:ext uri="{BB962C8B-B14F-4D97-AF65-F5344CB8AC3E}">
        <p14:creationId xmlns:p14="http://schemas.microsoft.com/office/powerpoint/2010/main" val="1978099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EC563-83CB-6874-9DB3-7489457AE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FFDD8-2419-0670-2553-B03DE94AD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DB60D-D314-1BE9-7C1E-F1A59F27C344}"/>
              </a:ext>
            </a:extLst>
          </p:cNvPr>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800" kern="100">
                <a:effectLst/>
                <a:latin typeface="Arial" panose="020B0604020202020204" pitchFamily="34" charset="0"/>
                <a:ea typeface="Aptos" panose="020B0004020202020204" pitchFamily="34" charset="0"/>
                <a:cs typeface="Times New Roman" panose="02020603050405020304" pitchFamily="18" charset="0"/>
              </a:rPr>
              <a:t>The final inertia (sum of squared distances from each point to its cluster center) was: Inertia = 15895.29</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CD810AC9-A3D3-C6F1-B064-A352ADC78BC0}"/>
              </a:ext>
            </a:extLst>
          </p:cNvPr>
          <p:cNvSpPr>
            <a:spLocks noGrp="1"/>
          </p:cNvSpPr>
          <p:nvPr>
            <p:ph type="sldNum" sz="quarter" idx="5"/>
          </p:nvPr>
        </p:nvSpPr>
        <p:spPr/>
        <p:txBody>
          <a:bodyPr/>
          <a:lstStyle/>
          <a:p>
            <a:fld id="{65BEEBD6-EAA6-BB41-A4EC-95587E2DAD9E}" type="slidenum">
              <a:rPr lang="en-US" smtClean="0"/>
              <a:t>10</a:t>
            </a:fld>
            <a:endParaRPr lang="en-US"/>
          </a:p>
        </p:txBody>
      </p:sp>
    </p:spTree>
    <p:extLst>
      <p:ext uri="{BB962C8B-B14F-4D97-AF65-F5344CB8AC3E}">
        <p14:creationId xmlns:p14="http://schemas.microsoft.com/office/powerpoint/2010/main" val="912093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D161-DDD0-7920-0592-7E2029A71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C27BA-3381-1203-61CB-A556BB3CF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781A9-A397-2A5A-6561-3DA3CF43702D}"/>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17D1E7EA-F6EB-1898-B3F2-85339B0296FA}"/>
              </a:ext>
            </a:extLst>
          </p:cNvPr>
          <p:cNvSpPr>
            <a:spLocks noGrp="1"/>
          </p:cNvSpPr>
          <p:nvPr>
            <p:ph type="sldNum" sz="quarter" idx="5"/>
          </p:nvPr>
        </p:nvSpPr>
        <p:spPr/>
        <p:txBody>
          <a:bodyPr/>
          <a:lstStyle/>
          <a:p>
            <a:fld id="{65BEEBD6-EAA6-BB41-A4EC-95587E2DAD9E}" type="slidenum">
              <a:rPr lang="en-US" smtClean="0"/>
              <a:t>11</a:t>
            </a:fld>
            <a:endParaRPr lang="en-US"/>
          </a:p>
        </p:txBody>
      </p:sp>
    </p:spTree>
    <p:extLst>
      <p:ext uri="{BB962C8B-B14F-4D97-AF65-F5344CB8AC3E}">
        <p14:creationId xmlns:p14="http://schemas.microsoft.com/office/powerpoint/2010/main" val="3330467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7512B-1923-1DBB-E728-0BCD42911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D0BBF-7ACD-FF79-16E4-9411D00D2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96DD5-284B-6E80-7D14-C7D3A7D5F69D}"/>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86A34981-925E-A9C7-E25F-ADA845E941B6}"/>
              </a:ext>
            </a:extLst>
          </p:cNvPr>
          <p:cNvSpPr>
            <a:spLocks noGrp="1"/>
          </p:cNvSpPr>
          <p:nvPr>
            <p:ph type="sldNum" sz="quarter" idx="5"/>
          </p:nvPr>
        </p:nvSpPr>
        <p:spPr/>
        <p:txBody>
          <a:bodyPr/>
          <a:lstStyle/>
          <a:p>
            <a:fld id="{65BEEBD6-EAA6-BB41-A4EC-95587E2DAD9E}" type="slidenum">
              <a:rPr lang="en-US" smtClean="0"/>
              <a:t>12</a:t>
            </a:fld>
            <a:endParaRPr lang="en-US"/>
          </a:p>
        </p:txBody>
      </p:sp>
    </p:spTree>
    <p:extLst>
      <p:ext uri="{BB962C8B-B14F-4D97-AF65-F5344CB8AC3E}">
        <p14:creationId xmlns:p14="http://schemas.microsoft.com/office/powerpoint/2010/main" val="3074035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F75D5-A37C-2672-97A6-78DF0393F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C2921-7C5A-9539-B368-5D7A90DBD5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791CE-1921-13C8-96E0-2B61BFA6DB75}"/>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88B1E2D3-333D-CFF2-00D8-E811C8C622F2}"/>
              </a:ext>
            </a:extLst>
          </p:cNvPr>
          <p:cNvSpPr>
            <a:spLocks noGrp="1"/>
          </p:cNvSpPr>
          <p:nvPr>
            <p:ph type="sldNum" sz="quarter" idx="5"/>
          </p:nvPr>
        </p:nvSpPr>
        <p:spPr/>
        <p:txBody>
          <a:bodyPr/>
          <a:lstStyle/>
          <a:p>
            <a:fld id="{65BEEBD6-EAA6-BB41-A4EC-95587E2DAD9E}" type="slidenum">
              <a:rPr lang="en-US" smtClean="0"/>
              <a:t>13</a:t>
            </a:fld>
            <a:endParaRPr lang="en-US"/>
          </a:p>
        </p:txBody>
      </p:sp>
    </p:spTree>
    <p:extLst>
      <p:ext uri="{BB962C8B-B14F-4D97-AF65-F5344CB8AC3E}">
        <p14:creationId xmlns:p14="http://schemas.microsoft.com/office/powerpoint/2010/main" val="2422822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2EB4-5CC9-321C-58D5-B57CF0D48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FF279-B502-2C77-F4D6-DCF20EDBC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93B19-ED93-8F17-720C-D1206594A1BE}"/>
              </a:ext>
            </a:extLst>
          </p:cNvPr>
          <p:cNvSpPr>
            <a:spLocks noGrp="1"/>
          </p:cNvSpPr>
          <p:nvPr>
            <p:ph type="body" idx="1"/>
          </p:nvPr>
        </p:nvSpPr>
        <p:spPr/>
        <p:txBody>
          <a:bodyPr/>
          <a:lstStyle/>
          <a:p>
            <a:endParaRPr lang="en-US" sz="900" b="0"/>
          </a:p>
        </p:txBody>
      </p:sp>
      <p:sp>
        <p:nvSpPr>
          <p:cNvPr id="4" name="Slide Number Placeholder 3">
            <a:extLst>
              <a:ext uri="{FF2B5EF4-FFF2-40B4-BE49-F238E27FC236}">
                <a16:creationId xmlns:a16="http://schemas.microsoft.com/office/drawing/2014/main" id="{C18615D4-6570-4039-5A9D-056C4ECA376C}"/>
              </a:ext>
            </a:extLst>
          </p:cNvPr>
          <p:cNvSpPr>
            <a:spLocks noGrp="1"/>
          </p:cNvSpPr>
          <p:nvPr>
            <p:ph type="sldNum" sz="quarter" idx="5"/>
          </p:nvPr>
        </p:nvSpPr>
        <p:spPr/>
        <p:txBody>
          <a:bodyPr/>
          <a:lstStyle/>
          <a:p>
            <a:fld id="{65BEEBD6-EAA6-BB41-A4EC-95587E2DAD9E}" type="slidenum">
              <a:rPr lang="en-US" smtClean="0"/>
              <a:t>14</a:t>
            </a:fld>
            <a:endParaRPr lang="en-US"/>
          </a:p>
        </p:txBody>
      </p:sp>
    </p:spTree>
    <p:extLst>
      <p:ext uri="{BB962C8B-B14F-4D97-AF65-F5344CB8AC3E}">
        <p14:creationId xmlns:p14="http://schemas.microsoft.com/office/powerpoint/2010/main" val="3895791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Hello, my name is </a:t>
            </a:r>
            <a:r>
              <a:rPr lang="en-AU" err="1"/>
              <a:t>Shuyi</a:t>
            </a:r>
            <a:r>
              <a:rPr lang="en-AU"/>
              <a:t>, and today I'll be presenting our group's work on Task 2 of the HIT391 assignment: Titanic Survival Prediction</a:t>
            </a:r>
          </a:p>
        </p:txBody>
      </p:sp>
      <p:sp>
        <p:nvSpPr>
          <p:cNvPr id="4" name="Slide Number Placeholder 3"/>
          <p:cNvSpPr>
            <a:spLocks noGrp="1"/>
          </p:cNvSpPr>
          <p:nvPr>
            <p:ph type="sldNum" sz="quarter" idx="5"/>
          </p:nvPr>
        </p:nvSpPr>
        <p:spPr/>
        <p:txBody>
          <a:bodyPr/>
          <a:lstStyle/>
          <a:p>
            <a:fld id="{65BEEBD6-EAA6-BB41-A4EC-95587E2DAD9E}" type="slidenum">
              <a:rPr lang="en-US" smtClean="0"/>
              <a:t>15</a:t>
            </a:fld>
            <a:endParaRPr lang="en-US"/>
          </a:p>
        </p:txBody>
      </p:sp>
    </p:spTree>
    <p:extLst>
      <p:ext uri="{BB962C8B-B14F-4D97-AF65-F5344CB8AC3E}">
        <p14:creationId xmlns:p14="http://schemas.microsoft.com/office/powerpoint/2010/main" val="4242339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a:solidFill>
                  <a:srgbClr val="000000"/>
                </a:solidFill>
                <a:effectLst/>
                <a:latin typeface="Inter"/>
              </a:rPr>
              <a:t>In Task 2, our main focus was to create classifier algorithms that could predict which passengers made it through the Titanic shipwreck. We set out to build a model that would effectively leverage passenger information, such as their name, age, gender, and socio-economic status, to deliver accurate predictions.</a:t>
            </a:r>
            <a:endParaRPr lang="en-US"/>
          </a:p>
        </p:txBody>
      </p:sp>
      <p:sp>
        <p:nvSpPr>
          <p:cNvPr id="4" name="Slide Number Placeholder 3"/>
          <p:cNvSpPr>
            <a:spLocks noGrp="1"/>
          </p:cNvSpPr>
          <p:nvPr>
            <p:ph type="sldNum" sz="quarter" idx="5"/>
          </p:nvPr>
        </p:nvSpPr>
        <p:spPr/>
        <p:txBody>
          <a:bodyPr/>
          <a:lstStyle/>
          <a:p>
            <a:fld id="{65BEEBD6-EAA6-BB41-A4EC-95587E2DAD9E}" type="slidenum">
              <a:rPr lang="en-US" smtClean="0"/>
              <a:t>16</a:t>
            </a:fld>
            <a:endParaRPr lang="en-US"/>
          </a:p>
        </p:txBody>
      </p:sp>
    </p:spTree>
    <p:extLst>
      <p:ext uri="{BB962C8B-B14F-4D97-AF65-F5344CB8AC3E}">
        <p14:creationId xmlns:p14="http://schemas.microsoft.com/office/powerpoint/2010/main" val="1305080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0000"/>
                </a:solidFill>
                <a:effectLst/>
                <a:latin typeface="Inter"/>
              </a:rPr>
              <a:t>The first important step in our process was getting the data ready for analysis. We kicked things off by loading the dataset with the help of the pandas library. After that, we took some time to explore the data, which helped us grasp its structure and spot any missing values. To tackle those gaps, we filled in the missing ages with the median age, replaced the missing embarked values with the most common one, and used the median fare to impute any missing fare values. We also added some new features, like family size and title, to see if they could boost our model's performance. In the end, we scaled the numerical features using </a:t>
            </a:r>
            <a:r>
              <a:rPr lang="en-AU" b="0" i="0" dirty="0" err="1">
                <a:solidFill>
                  <a:srgbClr val="000000"/>
                </a:solidFill>
                <a:effectLst/>
                <a:latin typeface="Inter"/>
              </a:rPr>
              <a:t>StandardScaler</a:t>
            </a:r>
            <a:r>
              <a:rPr lang="en-AU" b="0" i="0" dirty="0">
                <a:solidFill>
                  <a:srgbClr val="000000"/>
                </a:solidFill>
                <a:effectLst/>
                <a:latin typeface="Inter"/>
              </a:rPr>
              <a:t> to make sure everything was on a similar scale.</a:t>
            </a:r>
            <a:endParaRPr lang="en-US" dirty="0"/>
          </a:p>
        </p:txBody>
      </p:sp>
      <p:sp>
        <p:nvSpPr>
          <p:cNvPr id="4" name="Slide Number Placeholder 3"/>
          <p:cNvSpPr>
            <a:spLocks noGrp="1"/>
          </p:cNvSpPr>
          <p:nvPr>
            <p:ph type="sldNum" sz="quarter" idx="5"/>
          </p:nvPr>
        </p:nvSpPr>
        <p:spPr/>
        <p:txBody>
          <a:bodyPr/>
          <a:lstStyle/>
          <a:p>
            <a:fld id="{65BEEBD6-EAA6-BB41-A4EC-95587E2DAD9E}" type="slidenum">
              <a:rPr lang="en-US" smtClean="0"/>
              <a:t>17</a:t>
            </a:fld>
            <a:endParaRPr lang="en-US"/>
          </a:p>
        </p:txBody>
      </p:sp>
    </p:spTree>
    <p:extLst>
      <p:ext uri="{BB962C8B-B14F-4D97-AF65-F5344CB8AC3E}">
        <p14:creationId xmlns:p14="http://schemas.microsoft.com/office/powerpoint/2010/main" val="251451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a:solidFill>
                  <a:srgbClr val="000000"/>
                </a:solidFill>
                <a:effectLst/>
                <a:latin typeface="Inter"/>
              </a:rPr>
              <a:t>Next, we took the </a:t>
            </a:r>
            <a:r>
              <a:rPr lang="en-AU" b="0" i="0" err="1">
                <a:solidFill>
                  <a:srgbClr val="000000"/>
                </a:solidFill>
                <a:effectLst/>
                <a:latin typeface="Inter"/>
              </a:rPr>
              <a:t>preprocessed</a:t>
            </a:r>
            <a:r>
              <a:rPr lang="en-AU" b="0" i="0">
                <a:solidFill>
                  <a:srgbClr val="000000"/>
                </a:solidFill>
                <a:effectLst/>
                <a:latin typeface="Inter"/>
              </a:rPr>
              <a:t> training data and split it into two sets: one for training and the other for evaluation. We decided on an 80/20 split, which means 80% of the data went into training our models, while the remaining 20% was set aside for evaluation. This division was crucial for checking how well the model performed on new, unseen data and for fine-tuning the hyperparameters to make it as effective as possible.</a:t>
            </a:r>
            <a:endParaRPr lang="en-US"/>
          </a:p>
        </p:txBody>
      </p:sp>
      <p:sp>
        <p:nvSpPr>
          <p:cNvPr id="4" name="Slide Number Placeholder 3"/>
          <p:cNvSpPr>
            <a:spLocks noGrp="1"/>
          </p:cNvSpPr>
          <p:nvPr>
            <p:ph type="sldNum" sz="quarter" idx="5"/>
          </p:nvPr>
        </p:nvSpPr>
        <p:spPr/>
        <p:txBody>
          <a:bodyPr/>
          <a:lstStyle/>
          <a:p>
            <a:fld id="{65BEEBD6-EAA6-BB41-A4EC-95587E2DAD9E}" type="slidenum">
              <a:rPr lang="en-US" smtClean="0"/>
              <a:t>18</a:t>
            </a:fld>
            <a:endParaRPr lang="en-US"/>
          </a:p>
        </p:txBody>
      </p:sp>
    </p:spTree>
    <p:extLst>
      <p:ext uri="{BB962C8B-B14F-4D97-AF65-F5344CB8AC3E}">
        <p14:creationId xmlns:p14="http://schemas.microsoft.com/office/powerpoint/2010/main" val="284701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AU" b="0" i="0">
                <a:solidFill>
                  <a:srgbClr val="000000"/>
                </a:solidFill>
                <a:effectLst/>
                <a:latin typeface="Inter"/>
              </a:rPr>
              <a:t>For our model implementation, we decided to go with two different classification algorithms: Logistic Regression and Random Forest. </a:t>
            </a:r>
            <a:r>
              <a:rPr lang="en-AU" sz="900" b="1">
                <a:latin typeface="Segoe UI Symbol" panose="020B0502040204020203" pitchFamily="34" charset="0"/>
                <a:ea typeface="Segoe UI Symbol" panose="020B0502040204020203" pitchFamily="34" charset="0"/>
              </a:rPr>
              <a:t>Logistic Regression:</a:t>
            </a:r>
          </a:p>
          <a:p>
            <a:pPr>
              <a:lnSpc>
                <a:spcPct val="150000"/>
              </a:lnSpc>
            </a:pPr>
            <a:endParaRPr lang="en-AU" sz="900">
              <a:latin typeface="Segoe UI Symbol" panose="020B0502040204020203" pitchFamily="34" charset="0"/>
              <a:ea typeface="Segoe UI Symbol" panose="020B0502040204020203" pitchFamily="34" charset="0"/>
            </a:endParaRPr>
          </a:p>
          <a:p>
            <a:pPr>
              <a:lnSpc>
                <a:spcPct val="150000"/>
              </a:lnSpc>
            </a:pPr>
            <a:r>
              <a:rPr lang="en-AU" sz="900">
                <a:solidFill>
                  <a:srgbClr val="000000"/>
                </a:solidFill>
                <a:latin typeface="Segoe UI Symbol" panose="020B0502040204020203" pitchFamily="34" charset="0"/>
                <a:ea typeface="Segoe UI Symbol" panose="020B0502040204020203" pitchFamily="34" charset="0"/>
              </a:rPr>
              <a:t>We started with a linear model as our baseline. To make sure we addressed the uneven distribution of survivors and non-survivors, we balanced the class weights. </a:t>
            </a:r>
            <a:r>
              <a:rPr lang="en-AU" sz="900" b="1">
                <a:latin typeface="Segoe UI Symbol" panose="020B0502040204020203" pitchFamily="34" charset="0"/>
                <a:ea typeface="Segoe UI Symbol" panose="020B0502040204020203" pitchFamily="34" charset="0"/>
              </a:rPr>
              <a:t>Random Forest: </a:t>
            </a:r>
          </a:p>
          <a:p>
            <a:pPr>
              <a:lnSpc>
                <a:spcPct val="150000"/>
              </a:lnSpc>
            </a:pPr>
            <a:endParaRPr lang="en-AU" sz="900">
              <a:latin typeface="Segoe UI Symbol" panose="020B0502040204020203" pitchFamily="34" charset="0"/>
              <a:ea typeface="Segoe UI Symbol" panose="020B0502040204020203" pitchFamily="34" charset="0"/>
            </a:endParaRPr>
          </a:p>
          <a:p>
            <a:pPr>
              <a:lnSpc>
                <a:spcPct val="150000"/>
              </a:lnSpc>
            </a:pPr>
            <a:r>
              <a:rPr lang="en-AU" sz="900">
                <a:latin typeface="Segoe UI Symbol" panose="020B0502040204020203" pitchFamily="34" charset="0"/>
                <a:ea typeface="Segoe UI Symbol" panose="020B0502040204020203" pitchFamily="34" charset="0"/>
              </a:rPr>
              <a:t>We're looking at a group of decision trees that can really get a handle on those tricky non-linear relationships. We fine-tuned some hyperparameters, like how deep the trees go and the minimum number of samples needed for a split. </a:t>
            </a:r>
            <a:endParaRPr kumimoji="1" lang="zh-CN" altLang="en-US" sz="900">
              <a:latin typeface="Segoe UI Symbol" panose="020B0502040204020203" pitchFamily="34" charset="0"/>
            </a:endParaRPr>
          </a:p>
          <a:p>
            <a:pPr>
              <a:lnSpc>
                <a:spcPct val="150000"/>
              </a:lnSpc>
            </a:pPr>
            <a:endParaRPr kumimoji="1" lang="zh-CN" altLang="en-US" sz="900">
              <a:latin typeface="Segoe UI Symbol" panose="020B0502040204020203" pitchFamily="34" charset="0"/>
            </a:endParaRPr>
          </a:p>
          <a:p>
            <a:endParaRPr lang="en-AU">
              <a:latin typeface="Inter"/>
            </a:endParaRPr>
          </a:p>
        </p:txBody>
      </p:sp>
      <p:sp>
        <p:nvSpPr>
          <p:cNvPr id="4" name="Slide Number Placeholder 3"/>
          <p:cNvSpPr>
            <a:spLocks noGrp="1"/>
          </p:cNvSpPr>
          <p:nvPr>
            <p:ph type="sldNum" sz="quarter" idx="5"/>
          </p:nvPr>
        </p:nvSpPr>
        <p:spPr/>
        <p:txBody>
          <a:bodyPr/>
          <a:lstStyle/>
          <a:p>
            <a:fld id="{65BEEBD6-EAA6-BB41-A4EC-95587E2DAD9E}" type="slidenum">
              <a:rPr lang="en-US" smtClean="0"/>
              <a:t>19</a:t>
            </a:fld>
            <a:endParaRPr lang="en-US"/>
          </a:p>
        </p:txBody>
      </p:sp>
    </p:spTree>
    <p:extLst>
      <p:ext uri="{BB962C8B-B14F-4D97-AF65-F5344CB8AC3E}">
        <p14:creationId xmlns:p14="http://schemas.microsoft.com/office/powerpoint/2010/main" val="1718248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34DF7-C3C0-C934-687F-7BA9417C0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C7D3A-F28C-7C61-6E67-A4AEE22360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EED71-9B70-6FCE-D92D-06B12CFEBBA1}"/>
              </a:ext>
            </a:extLst>
          </p:cNvPr>
          <p:cNvSpPr>
            <a:spLocks noGrp="1"/>
          </p:cNvSpPr>
          <p:nvPr>
            <p:ph type="body" idx="1"/>
          </p:nvPr>
        </p:nvSpPr>
        <p:spPr/>
        <p:txBody>
          <a:bodyPr/>
          <a:lstStyle/>
          <a:p>
            <a:pPr marL="0" marR="0">
              <a:lnSpc>
                <a:spcPct val="115000"/>
              </a:lnSpc>
              <a:spcAft>
                <a:spcPts val="800"/>
              </a:spcAft>
            </a:pPr>
            <a:endParaRPr lang="en-US" sz="1800"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DA1502-F2CB-CBD7-CE7B-B935A1696843}"/>
              </a:ext>
            </a:extLst>
          </p:cNvPr>
          <p:cNvSpPr>
            <a:spLocks noGrp="1"/>
          </p:cNvSpPr>
          <p:nvPr>
            <p:ph type="sldNum" sz="quarter" idx="5"/>
          </p:nvPr>
        </p:nvSpPr>
        <p:spPr/>
        <p:txBody>
          <a:bodyPr/>
          <a:lstStyle/>
          <a:p>
            <a:fld id="{65BEEBD6-EAA6-BB41-A4EC-95587E2DAD9E}" type="slidenum">
              <a:rPr lang="en-US" smtClean="0"/>
              <a:t>20</a:t>
            </a:fld>
            <a:endParaRPr lang="en-US"/>
          </a:p>
        </p:txBody>
      </p:sp>
    </p:spTree>
    <p:extLst>
      <p:ext uri="{BB962C8B-B14F-4D97-AF65-F5344CB8AC3E}">
        <p14:creationId xmlns:p14="http://schemas.microsoft.com/office/powerpoint/2010/main" val="31105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6977-2881-7385-15D4-58A3A6B67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B0583-E842-AC9E-FE42-5AC509B11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96DEF-B875-D03B-EA08-904D482EF8ED}"/>
              </a:ext>
            </a:extLst>
          </p:cNvPr>
          <p:cNvSpPr>
            <a:spLocks noGrp="1"/>
          </p:cNvSpPr>
          <p:nvPr>
            <p:ph type="body" idx="1"/>
          </p:nvPr>
        </p:nvSpPr>
        <p:spPr/>
        <p:txBody>
          <a:bodyPr/>
          <a:lstStyle/>
          <a:p>
            <a:pPr marL="0" marR="0">
              <a:lnSpc>
                <a:spcPct val="115000"/>
              </a:lnSpc>
              <a:spcAft>
                <a:spcPts val="800"/>
              </a:spcAft>
            </a:pPr>
            <a:endParaRPr lang="en-US" sz="1800"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3C384C7-86EB-30CD-3055-F5E102572CF4}"/>
              </a:ext>
            </a:extLst>
          </p:cNvPr>
          <p:cNvSpPr>
            <a:spLocks noGrp="1"/>
          </p:cNvSpPr>
          <p:nvPr>
            <p:ph type="sldNum" sz="quarter" idx="5"/>
          </p:nvPr>
        </p:nvSpPr>
        <p:spPr/>
        <p:txBody>
          <a:bodyPr/>
          <a:lstStyle/>
          <a:p>
            <a:fld id="{65BEEBD6-EAA6-BB41-A4EC-95587E2DAD9E}" type="slidenum">
              <a:rPr lang="en-US" smtClean="0"/>
              <a:t>21</a:t>
            </a:fld>
            <a:endParaRPr lang="en-US"/>
          </a:p>
        </p:txBody>
      </p:sp>
    </p:spTree>
    <p:extLst>
      <p:ext uri="{BB962C8B-B14F-4D97-AF65-F5344CB8AC3E}">
        <p14:creationId xmlns:p14="http://schemas.microsoft.com/office/powerpoint/2010/main" val="2709383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66D8E-1D55-8295-3785-53216685D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8ECF4-2846-CC2B-93B6-5373C25A8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33153-A7BE-7C59-E688-D8965AFA51B9}"/>
              </a:ext>
            </a:extLst>
          </p:cNvPr>
          <p:cNvSpPr>
            <a:spLocks noGrp="1"/>
          </p:cNvSpPr>
          <p:nvPr>
            <p:ph type="body" idx="1"/>
          </p:nvPr>
        </p:nvSpPr>
        <p:spPr/>
        <p:txBody>
          <a:bodyPr/>
          <a:lstStyle/>
          <a:p>
            <a:pPr marL="0" marR="0">
              <a:lnSpc>
                <a:spcPct val="115000"/>
              </a:lnSpc>
              <a:spcAft>
                <a:spcPts val="800"/>
              </a:spcAft>
            </a:pPr>
            <a:endParaRPr lang="en-US" sz="1800"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8D5860B-B692-8CEB-4671-341F5C8C3F65}"/>
              </a:ext>
            </a:extLst>
          </p:cNvPr>
          <p:cNvSpPr>
            <a:spLocks noGrp="1"/>
          </p:cNvSpPr>
          <p:nvPr>
            <p:ph type="sldNum" sz="quarter" idx="5"/>
          </p:nvPr>
        </p:nvSpPr>
        <p:spPr/>
        <p:txBody>
          <a:bodyPr/>
          <a:lstStyle/>
          <a:p>
            <a:fld id="{65BEEBD6-EAA6-BB41-A4EC-95587E2DAD9E}" type="slidenum">
              <a:rPr lang="en-US" smtClean="0"/>
              <a:t>22</a:t>
            </a:fld>
            <a:endParaRPr lang="en-US"/>
          </a:p>
        </p:txBody>
      </p:sp>
    </p:spTree>
    <p:extLst>
      <p:ext uri="{BB962C8B-B14F-4D97-AF65-F5344CB8AC3E}">
        <p14:creationId xmlns:p14="http://schemas.microsoft.com/office/powerpoint/2010/main" val="3287343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75F9C-8446-7672-6506-372FE7DE7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88ADF-F76F-E1FF-9352-F12D2BA4E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BFC52-2EF6-24F9-66B1-D8B5F2F82FE9}"/>
              </a:ext>
            </a:extLst>
          </p:cNvPr>
          <p:cNvSpPr>
            <a:spLocks noGrp="1"/>
          </p:cNvSpPr>
          <p:nvPr>
            <p:ph type="body" idx="1"/>
          </p:nvPr>
        </p:nvSpPr>
        <p:spPr/>
        <p:txBody>
          <a:bodyPr/>
          <a:lstStyle/>
          <a:p>
            <a:pPr marL="0" marR="0">
              <a:lnSpc>
                <a:spcPct val="115000"/>
              </a:lnSpc>
              <a:spcAft>
                <a:spcPts val="800"/>
              </a:spcAft>
            </a:pPr>
            <a:endParaRPr lang="en-US" sz="1800"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2D141B5-3C7C-7D1B-CC19-67A5464F4AE1}"/>
              </a:ext>
            </a:extLst>
          </p:cNvPr>
          <p:cNvSpPr>
            <a:spLocks noGrp="1"/>
          </p:cNvSpPr>
          <p:nvPr>
            <p:ph type="sldNum" sz="quarter" idx="5"/>
          </p:nvPr>
        </p:nvSpPr>
        <p:spPr/>
        <p:txBody>
          <a:bodyPr/>
          <a:lstStyle/>
          <a:p>
            <a:fld id="{65BEEBD6-EAA6-BB41-A4EC-95587E2DAD9E}" type="slidenum">
              <a:rPr lang="en-US" smtClean="0"/>
              <a:t>23</a:t>
            </a:fld>
            <a:endParaRPr lang="en-US"/>
          </a:p>
        </p:txBody>
      </p:sp>
    </p:spTree>
    <p:extLst>
      <p:ext uri="{BB962C8B-B14F-4D97-AF65-F5344CB8AC3E}">
        <p14:creationId xmlns:p14="http://schemas.microsoft.com/office/powerpoint/2010/main" val="2115485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D2A7-F9E9-5345-E2F5-11B3F99B0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AEAF5-7C7E-FCA9-F376-90F33D91E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C98EF-E4ED-2B1F-4A26-0E38B6CA53A7}"/>
              </a:ext>
            </a:extLst>
          </p:cNvPr>
          <p:cNvSpPr>
            <a:spLocks noGrp="1"/>
          </p:cNvSpPr>
          <p:nvPr>
            <p:ph type="body" idx="1"/>
          </p:nvPr>
        </p:nvSpPr>
        <p:spPr/>
        <p:txBody>
          <a:bodyPr/>
          <a:lstStyle/>
          <a:p>
            <a:pPr marL="0" marR="0">
              <a:lnSpc>
                <a:spcPct val="115000"/>
              </a:lnSpc>
              <a:spcAft>
                <a:spcPts val="800"/>
              </a:spcAft>
            </a:pPr>
            <a:endParaRPr lang="en-US" sz="1800" i="1"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1C53949-34ED-1DAE-F318-00073C417EA0}"/>
              </a:ext>
            </a:extLst>
          </p:cNvPr>
          <p:cNvSpPr>
            <a:spLocks noGrp="1"/>
          </p:cNvSpPr>
          <p:nvPr>
            <p:ph type="sldNum" sz="quarter" idx="5"/>
          </p:nvPr>
        </p:nvSpPr>
        <p:spPr/>
        <p:txBody>
          <a:bodyPr/>
          <a:lstStyle/>
          <a:p>
            <a:fld id="{65BEEBD6-EAA6-BB41-A4EC-95587E2DAD9E}" type="slidenum">
              <a:rPr lang="en-US" smtClean="0"/>
              <a:t>24</a:t>
            </a:fld>
            <a:endParaRPr lang="en-US"/>
          </a:p>
        </p:txBody>
      </p:sp>
    </p:spTree>
    <p:extLst>
      <p:ext uri="{BB962C8B-B14F-4D97-AF65-F5344CB8AC3E}">
        <p14:creationId xmlns:p14="http://schemas.microsoft.com/office/powerpoint/2010/main" val="1435577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8C11-5C37-886F-187F-C1FD0DB05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FB983-5FBC-C6DE-96E0-009A26E19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32A1F-5C11-ECCF-B19E-7B0A94183424}"/>
              </a:ext>
            </a:extLst>
          </p:cNvPr>
          <p:cNvSpPr>
            <a:spLocks noGrp="1"/>
          </p:cNvSpPr>
          <p:nvPr>
            <p:ph type="body" idx="1"/>
          </p:nvPr>
        </p:nvSpPr>
        <p:spPr/>
        <p:txBody>
          <a:bodyPr/>
          <a:lstStyle/>
          <a:p>
            <a:pPr>
              <a:buNone/>
            </a:pPr>
            <a:endParaRPr lang="en-US" dirty="0">
              <a:ea typeface="Calibri"/>
              <a:cs typeface="Calibri"/>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AU" sz="900" dirty="0"/>
              <a:t>In conclusion, we successfully implemented both Logistic Regression and Random Forest models to predict Titanic survival. </a:t>
            </a:r>
          </a:p>
          <a:p>
            <a:endParaRPr lang="en-AU" dirty="0"/>
          </a:p>
        </p:txBody>
      </p:sp>
      <p:sp>
        <p:nvSpPr>
          <p:cNvPr id="4" name="Slide Number Placeholder 3">
            <a:extLst>
              <a:ext uri="{FF2B5EF4-FFF2-40B4-BE49-F238E27FC236}">
                <a16:creationId xmlns:a16="http://schemas.microsoft.com/office/drawing/2014/main" id="{8440EB7A-F32A-0A16-0C9F-68AB38DB16BE}"/>
              </a:ext>
            </a:extLst>
          </p:cNvPr>
          <p:cNvSpPr>
            <a:spLocks noGrp="1"/>
          </p:cNvSpPr>
          <p:nvPr>
            <p:ph type="sldNum" sz="quarter" idx="5"/>
          </p:nvPr>
        </p:nvSpPr>
        <p:spPr/>
        <p:txBody>
          <a:bodyPr/>
          <a:lstStyle/>
          <a:p>
            <a:fld id="{65BEEBD6-EAA6-BB41-A4EC-95587E2DAD9E}" type="slidenum">
              <a:rPr lang="en-US" smtClean="0"/>
              <a:t>25</a:t>
            </a:fld>
            <a:endParaRPr lang="en-US"/>
          </a:p>
        </p:txBody>
      </p:sp>
    </p:spTree>
    <p:extLst>
      <p:ext uri="{BB962C8B-B14F-4D97-AF65-F5344CB8AC3E}">
        <p14:creationId xmlns:p14="http://schemas.microsoft.com/office/powerpoint/2010/main" val="2849490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ED05C-D2BF-8104-769F-5D05CAEC07E1}"/>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12441948-46EB-39F1-3C4A-F257B4BBB80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D1E6061-FD08-02DC-C3D3-9FEBD489AA3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68640B9-7A56-32FF-C8CD-DE0BF9100499}"/>
              </a:ext>
            </a:extLst>
          </p:cNvPr>
          <p:cNvSpPr>
            <a:spLocks noGrp="1"/>
          </p:cNvSpPr>
          <p:nvPr>
            <p:ph type="ftr" sz="quarter" idx="11"/>
          </p:nvPr>
        </p:nvSpPr>
        <p:spPr/>
        <p:txBody>
          <a:bodyPr/>
          <a:lstStyle/>
          <a:p>
            <a:r>
              <a:rPr lang="en-US"/>
              <a:t>DEPARTMENT OR SECTION TITLE GOES HERE</a:t>
            </a:r>
          </a:p>
        </p:txBody>
      </p:sp>
      <p:sp>
        <p:nvSpPr>
          <p:cNvPr id="6" name="Slide Number Placeholder 5">
            <a:extLst>
              <a:ext uri="{FF2B5EF4-FFF2-40B4-BE49-F238E27FC236}">
                <a16:creationId xmlns:a16="http://schemas.microsoft.com/office/drawing/2014/main" id="{FBF8D645-7204-84BC-E654-BF7C56C69D56}"/>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2770374672"/>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4B0D-32B9-11F3-1078-95D2BCEAC54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83D1B0-9A76-650F-C37A-86AEF132276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FB468C-5FB9-2E71-F8B4-8145235110A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E35F6B1-D269-46FE-C2A6-0ABB80C32783}"/>
              </a:ext>
            </a:extLst>
          </p:cNvPr>
          <p:cNvSpPr>
            <a:spLocks noGrp="1"/>
          </p:cNvSpPr>
          <p:nvPr>
            <p:ph type="ftr" sz="quarter" idx="11"/>
          </p:nvPr>
        </p:nvSpPr>
        <p:spPr/>
        <p:txBody>
          <a:bodyPr/>
          <a:lstStyle/>
          <a:p>
            <a:r>
              <a:rPr lang="en-US"/>
              <a:t>DEPARTMENT OR SECTION TITLE GOES HERE</a:t>
            </a:r>
          </a:p>
        </p:txBody>
      </p:sp>
      <p:sp>
        <p:nvSpPr>
          <p:cNvPr id="6" name="Slide Number Placeholder 5">
            <a:extLst>
              <a:ext uri="{FF2B5EF4-FFF2-40B4-BE49-F238E27FC236}">
                <a16:creationId xmlns:a16="http://schemas.microsoft.com/office/drawing/2014/main" id="{AC8AB651-C4AF-AE27-0CC9-6614BD733E2C}"/>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389136331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FC91-F4CA-E693-B83A-A22F4EB5B0D7}"/>
              </a:ext>
            </a:extLst>
          </p:cNvPr>
          <p:cNvSpPr>
            <a:spLocks noGrp="1"/>
          </p:cNvSpPr>
          <p:nvPr>
            <p:ph type="title"/>
          </p:nvPr>
        </p:nvSpPr>
        <p:spPr>
          <a:xfrm>
            <a:off x="623887" y="1282304"/>
            <a:ext cx="7886700" cy="2139553"/>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BE1C927-7752-815A-9170-5B325EC1BE5C}"/>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7AC5FA2-93A4-43CD-16F0-8F635D2A6CF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ADBA27F-0A5C-C4DE-4748-0BB76754C7AA}"/>
              </a:ext>
            </a:extLst>
          </p:cNvPr>
          <p:cNvSpPr>
            <a:spLocks noGrp="1"/>
          </p:cNvSpPr>
          <p:nvPr>
            <p:ph type="ftr" sz="quarter" idx="11"/>
          </p:nvPr>
        </p:nvSpPr>
        <p:spPr/>
        <p:txBody>
          <a:bodyPr/>
          <a:lstStyle/>
          <a:p>
            <a:r>
              <a:rPr lang="en-US"/>
              <a:t>DEPARTMENT OR SECTION TITLE GOES HERE</a:t>
            </a:r>
          </a:p>
        </p:txBody>
      </p:sp>
      <p:sp>
        <p:nvSpPr>
          <p:cNvPr id="6" name="Slide Number Placeholder 5">
            <a:extLst>
              <a:ext uri="{FF2B5EF4-FFF2-40B4-BE49-F238E27FC236}">
                <a16:creationId xmlns:a16="http://schemas.microsoft.com/office/drawing/2014/main" id="{4FEB3737-43D7-9DEE-A4A7-C28289C6E4BD}"/>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3154224683"/>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D262-1DAB-063B-1C2C-A24ED490F8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407BBC-A008-E29E-ECA4-E265B1AFA81A}"/>
              </a:ext>
            </a:extLst>
          </p:cNvPr>
          <p:cNvSpPr>
            <a:spLocks noGrp="1"/>
          </p:cNvSpPr>
          <p:nvPr>
            <p:ph sz="half" idx="1"/>
          </p:nvPr>
        </p:nvSpPr>
        <p:spPr>
          <a:xfrm>
            <a:off x="6286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9D9E917-7493-8BFE-0F8F-D26B62D5A08C}"/>
              </a:ext>
            </a:extLst>
          </p:cNvPr>
          <p:cNvSpPr>
            <a:spLocks noGrp="1"/>
          </p:cNvSpPr>
          <p:nvPr>
            <p:ph sz="half" idx="2"/>
          </p:nvPr>
        </p:nvSpPr>
        <p:spPr>
          <a:xfrm>
            <a:off x="46291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95082B-7031-C04E-3874-FDCEABD05EB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790E561-88E9-C81B-FE76-F3640FB81236}"/>
              </a:ext>
            </a:extLst>
          </p:cNvPr>
          <p:cNvSpPr>
            <a:spLocks noGrp="1"/>
          </p:cNvSpPr>
          <p:nvPr>
            <p:ph type="ftr" sz="quarter" idx="11"/>
          </p:nvPr>
        </p:nvSpPr>
        <p:spPr/>
        <p:txBody>
          <a:bodyPr/>
          <a:lstStyle/>
          <a:p>
            <a:r>
              <a:rPr lang="en-US"/>
              <a:t>DEPARTMENT OR SECTION TITLE GOES HERE</a:t>
            </a:r>
          </a:p>
        </p:txBody>
      </p:sp>
      <p:sp>
        <p:nvSpPr>
          <p:cNvPr id="7" name="Slide Number Placeholder 6">
            <a:extLst>
              <a:ext uri="{FF2B5EF4-FFF2-40B4-BE49-F238E27FC236}">
                <a16:creationId xmlns:a16="http://schemas.microsoft.com/office/drawing/2014/main" id="{DC18368A-2555-C4B6-5C4B-D6E623D5A60D}"/>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302155686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641F8-8A29-DB90-6E4B-99647FD2C64B}"/>
              </a:ext>
            </a:extLst>
          </p:cNvPr>
          <p:cNvSpPr>
            <a:spLocks noGrp="1"/>
          </p:cNvSpPr>
          <p:nvPr>
            <p:ph type="title"/>
          </p:nvPr>
        </p:nvSpPr>
        <p:spPr>
          <a:xfrm>
            <a:off x="629841" y="273844"/>
            <a:ext cx="7886700" cy="994172"/>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3A45128-9207-9853-8618-8A8444A70C8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9861C810-5408-9290-C008-6819496066C4}"/>
              </a:ext>
            </a:extLst>
          </p:cNvPr>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4F391C2-E5FE-14ED-FD20-B9286FFDF39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5785EBD0-8138-9A07-ADF8-71A51ECD6A90}"/>
              </a:ext>
            </a:extLst>
          </p:cNvPr>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3479F7E-6F32-5479-21BC-B44CDACFFFA7}"/>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EE74E4B2-4E28-DD75-AC5A-980A3B2F9A72}"/>
              </a:ext>
            </a:extLst>
          </p:cNvPr>
          <p:cNvSpPr>
            <a:spLocks noGrp="1"/>
          </p:cNvSpPr>
          <p:nvPr>
            <p:ph type="ftr" sz="quarter" idx="11"/>
          </p:nvPr>
        </p:nvSpPr>
        <p:spPr/>
        <p:txBody>
          <a:bodyPr/>
          <a:lstStyle/>
          <a:p>
            <a:r>
              <a:rPr lang="en-US"/>
              <a:t>DEPARTMENT OR SECTION TITLE GOES HERE</a:t>
            </a:r>
          </a:p>
        </p:txBody>
      </p:sp>
      <p:sp>
        <p:nvSpPr>
          <p:cNvPr id="9" name="Slide Number Placeholder 8">
            <a:extLst>
              <a:ext uri="{FF2B5EF4-FFF2-40B4-BE49-F238E27FC236}">
                <a16:creationId xmlns:a16="http://schemas.microsoft.com/office/drawing/2014/main" id="{365D9834-9FF8-C5DF-F33C-105E419F73C3}"/>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1920371044"/>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A04A5-4D8C-1476-F18B-7C0B25C092E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0AFAEFE-1293-7FB3-8EF4-977CB51CC6A4}"/>
              </a:ext>
            </a:extLst>
          </p:cNvPr>
          <p:cNvSpPr>
            <a:spLocks noGrp="1"/>
          </p:cNvSpPr>
          <p:nvPr>
            <p:ph type="dt" sz="half" idx="10"/>
          </p:nvPr>
        </p:nvSpPr>
        <p:spPr/>
        <p:txBody>
          <a:bodyPr/>
          <a:lstStyle/>
          <a:p>
            <a:fld id="{C764DE79-268F-4C1A-8933-263129D2AF90}" type="datetimeFigureOut">
              <a:rPr lang="en-US" smtClean="0"/>
              <a:t>9/25/2026</a:t>
            </a:fld>
            <a:endParaRPr lang="en-US"/>
          </a:p>
        </p:txBody>
      </p:sp>
      <p:sp>
        <p:nvSpPr>
          <p:cNvPr id="4" name="Footer Placeholder 3">
            <a:extLst>
              <a:ext uri="{FF2B5EF4-FFF2-40B4-BE49-F238E27FC236}">
                <a16:creationId xmlns:a16="http://schemas.microsoft.com/office/drawing/2014/main" id="{23C21046-2A03-2F0B-772E-4F512402F0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3795F6-713E-2096-9ED7-6A7536D3790F}"/>
              </a:ext>
            </a:extLst>
          </p:cNvPr>
          <p:cNvSpPr>
            <a:spLocks noGrp="1"/>
          </p:cNvSpPr>
          <p:nvPr>
            <p:ph type="sldNum" sz="quarter" idx="12"/>
          </p:nvPr>
        </p:nvSpPr>
        <p:spPr/>
        <p:txBody>
          <a:bodyPr/>
          <a:lstStyle/>
          <a:p>
            <a:fld id="{6AA10EC0-CC52-A246-A2C3-81389B6F8C64}" type="slidenum">
              <a:rPr lang="en-US" smtClean="0"/>
              <a:pPr/>
              <a:t>‹#›</a:t>
            </a:fld>
            <a:endParaRPr lang="en-US"/>
          </a:p>
        </p:txBody>
      </p:sp>
    </p:spTree>
    <p:extLst>
      <p:ext uri="{BB962C8B-B14F-4D97-AF65-F5344CB8AC3E}">
        <p14:creationId xmlns:p14="http://schemas.microsoft.com/office/powerpoint/2010/main" val="1027266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50D36C-C88D-925D-B062-6AC73A69BA53}"/>
              </a:ext>
            </a:extLst>
          </p:cNvPr>
          <p:cNvSpPr>
            <a:spLocks noGrp="1"/>
          </p:cNvSpPr>
          <p:nvPr>
            <p:ph type="dt" sz="half" idx="10"/>
          </p:nvPr>
        </p:nvSpPr>
        <p:spPr/>
        <p:txBody>
          <a:bodyPr/>
          <a:lstStyle/>
          <a:p>
            <a:fld id="{C764DE79-268F-4C1A-8933-263129D2AF90}" type="datetimeFigureOut">
              <a:rPr lang="en-US" smtClean="0"/>
              <a:t>9/25/2026</a:t>
            </a:fld>
            <a:endParaRPr lang="en-US"/>
          </a:p>
        </p:txBody>
      </p:sp>
      <p:sp>
        <p:nvSpPr>
          <p:cNvPr id="3" name="Footer Placeholder 2">
            <a:extLst>
              <a:ext uri="{FF2B5EF4-FFF2-40B4-BE49-F238E27FC236}">
                <a16:creationId xmlns:a16="http://schemas.microsoft.com/office/drawing/2014/main" id="{78DC3D46-B535-4CCF-0BA9-2D2732BED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0CE4FE-D820-9374-5BEB-FF6AABDA074A}"/>
              </a:ext>
            </a:extLst>
          </p:cNvPr>
          <p:cNvSpPr>
            <a:spLocks noGrp="1"/>
          </p:cNvSpPr>
          <p:nvPr>
            <p:ph type="sldNum" sz="quarter" idx="12"/>
          </p:nvPr>
        </p:nvSpPr>
        <p:spPr/>
        <p:txBody>
          <a:bodyPr/>
          <a:lstStyle/>
          <a:p>
            <a:fld id="{6AA10EC0-CC52-A246-A2C3-81389B6F8C64}" type="slidenum">
              <a:rPr lang="en-US" smtClean="0"/>
              <a:pPr/>
              <a:t>‹#›</a:t>
            </a:fld>
            <a:endParaRPr lang="en-US"/>
          </a:p>
        </p:txBody>
      </p:sp>
    </p:spTree>
    <p:extLst>
      <p:ext uri="{BB962C8B-B14F-4D97-AF65-F5344CB8AC3E}">
        <p14:creationId xmlns:p14="http://schemas.microsoft.com/office/powerpoint/2010/main" val="2928258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7AC1-FBC3-4A64-0D18-950B8E284B9D}"/>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C566065-A83B-9805-2C8F-91DE552819F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59B2D32-C8CF-586B-478F-8F617865C32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1235F692-52BB-7113-9114-1C8CCA4772C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8929407-717A-0031-BDDF-6FB079DFE5CE}"/>
              </a:ext>
            </a:extLst>
          </p:cNvPr>
          <p:cNvSpPr>
            <a:spLocks noGrp="1"/>
          </p:cNvSpPr>
          <p:nvPr>
            <p:ph type="ftr" sz="quarter" idx="11"/>
          </p:nvPr>
        </p:nvSpPr>
        <p:spPr/>
        <p:txBody>
          <a:bodyPr/>
          <a:lstStyle/>
          <a:p>
            <a:r>
              <a:rPr lang="en-US"/>
              <a:t>DEPARTMENT OR SECTION TITLE GOES HERE</a:t>
            </a:r>
          </a:p>
        </p:txBody>
      </p:sp>
      <p:sp>
        <p:nvSpPr>
          <p:cNvPr id="7" name="Slide Number Placeholder 6">
            <a:extLst>
              <a:ext uri="{FF2B5EF4-FFF2-40B4-BE49-F238E27FC236}">
                <a16:creationId xmlns:a16="http://schemas.microsoft.com/office/drawing/2014/main" id="{58F872EC-EA47-8E0C-C463-789C84D54702}"/>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137857295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94BA-0D27-566F-19A4-2721637A14CA}"/>
              </a:ext>
            </a:extLst>
          </p:cNvPr>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EC2D7CA-0BBF-82D0-34B2-CDF321CCD64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FF49F1A-6920-9812-E0BB-F5E672B6ECF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B41F4E0-2DBE-8F55-B466-3112C70ABD0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B4B2B50-814C-E66F-47D7-0C7EC453A4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D233AC-305B-B254-6A72-C882203AFFC5}"/>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122164779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E733-7708-D3A4-4420-160F5EC2615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D637E5-54FF-0426-1546-424569A1C9D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28CA95-A762-9A9C-E395-AB92DCFC106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79028C-2213-0A31-97D6-B1503A192554}"/>
              </a:ext>
            </a:extLst>
          </p:cNvPr>
          <p:cNvSpPr>
            <a:spLocks noGrp="1"/>
          </p:cNvSpPr>
          <p:nvPr>
            <p:ph type="ftr" sz="quarter" idx="11"/>
          </p:nvPr>
        </p:nvSpPr>
        <p:spPr/>
        <p:txBody>
          <a:bodyPr/>
          <a:lstStyle/>
          <a:p>
            <a:r>
              <a:rPr lang="en-US"/>
              <a:t>DEPARTMENT OR SECTION TITLE GOES HERE</a:t>
            </a:r>
          </a:p>
        </p:txBody>
      </p:sp>
      <p:sp>
        <p:nvSpPr>
          <p:cNvPr id="6" name="Slide Number Placeholder 5">
            <a:extLst>
              <a:ext uri="{FF2B5EF4-FFF2-40B4-BE49-F238E27FC236}">
                <a16:creationId xmlns:a16="http://schemas.microsoft.com/office/drawing/2014/main" id="{E0D51436-6A82-35AF-C529-9FB5E6AA4CAC}"/>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327561071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FCDCF7-9725-F247-1CD1-8D421332719F}"/>
              </a:ext>
            </a:extLst>
          </p:cNvPr>
          <p:cNvSpPr>
            <a:spLocks noGrp="1"/>
          </p:cNvSpPr>
          <p:nvPr>
            <p:ph type="title" orient="vert"/>
          </p:nvPr>
        </p:nvSpPr>
        <p:spPr>
          <a:xfrm>
            <a:off x="6543675" y="273843"/>
            <a:ext cx="1971675" cy="435887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0E7F9B-B7B2-18C9-A0BD-C9AD02A7D39E}"/>
              </a:ext>
            </a:extLst>
          </p:cNvPr>
          <p:cNvSpPr>
            <a:spLocks noGrp="1"/>
          </p:cNvSpPr>
          <p:nvPr>
            <p:ph type="body" orient="vert" idx="1"/>
          </p:nvPr>
        </p:nvSpPr>
        <p:spPr>
          <a:xfrm>
            <a:off x="628650" y="273843"/>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D983DC-00D6-2025-80CD-588469028D6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B3F33B0-4F09-AD5D-3A2E-B5C3CA2C22F9}"/>
              </a:ext>
            </a:extLst>
          </p:cNvPr>
          <p:cNvSpPr>
            <a:spLocks noGrp="1"/>
          </p:cNvSpPr>
          <p:nvPr>
            <p:ph type="ftr" sz="quarter" idx="11"/>
          </p:nvPr>
        </p:nvSpPr>
        <p:spPr/>
        <p:txBody>
          <a:bodyPr/>
          <a:lstStyle/>
          <a:p>
            <a:r>
              <a:rPr lang="en-US"/>
              <a:t>DEPARTMENT OR SECTION TITLE GOES HERE</a:t>
            </a:r>
          </a:p>
        </p:txBody>
      </p:sp>
      <p:sp>
        <p:nvSpPr>
          <p:cNvPr id="6" name="Slide Number Placeholder 5">
            <a:extLst>
              <a:ext uri="{FF2B5EF4-FFF2-40B4-BE49-F238E27FC236}">
                <a16:creationId xmlns:a16="http://schemas.microsoft.com/office/drawing/2014/main" id="{EA8FE5D8-238C-A88C-35A0-178B5FD6435E}"/>
              </a:ext>
            </a:extLst>
          </p:cNvPr>
          <p:cNvSpPr>
            <a:spLocks noGrp="1"/>
          </p:cNvSpPr>
          <p:nvPr>
            <p:ph type="sldNum" sz="quarter" idx="12"/>
          </p:nvPr>
        </p:nvSpPr>
        <p:spPr/>
        <p:txBody>
          <a:bodyPr/>
          <a:lstStyle/>
          <a:p>
            <a:fld id="{6AA10EC0-CC52-A246-A2C3-81389B6F8C64}" type="slidenum">
              <a:rPr lang="en-US" smtClean="0"/>
              <a:t>‹#›</a:t>
            </a:fld>
            <a:endParaRPr lang="en-US"/>
          </a:p>
        </p:txBody>
      </p:sp>
    </p:spTree>
    <p:extLst>
      <p:ext uri="{BB962C8B-B14F-4D97-AF65-F5344CB8AC3E}">
        <p14:creationId xmlns:p14="http://schemas.microsoft.com/office/powerpoint/2010/main" val="423219690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57560" y="3050961"/>
            <a:ext cx="8028880" cy="630000"/>
          </a:xfrm>
        </p:spPr>
        <p:txBody>
          <a:bodyPr anchor="t">
            <a:normAutofit/>
          </a:bodyPr>
          <a:lstStyle>
            <a:lvl1pPr algn="ctr">
              <a:defRPr sz="3200" b="1">
                <a:solidFill>
                  <a:schemeClr val="bg2"/>
                </a:solidFill>
                <a:latin typeface="+mn-lt"/>
              </a:defRPr>
            </a:lvl1pPr>
          </a:lstStyle>
          <a:p>
            <a:r>
              <a:rPr lang="en-GB"/>
              <a:t>Click to edit Master title style</a:t>
            </a:r>
            <a:endParaRPr lang="en-US"/>
          </a:p>
        </p:txBody>
      </p:sp>
      <p:sp>
        <p:nvSpPr>
          <p:cNvPr id="3" name="Subtitle 2"/>
          <p:cNvSpPr>
            <a:spLocks noGrp="1"/>
          </p:cNvSpPr>
          <p:nvPr>
            <p:ph type="subTitle" idx="1" hasCustomPrompt="1"/>
          </p:nvPr>
        </p:nvSpPr>
        <p:spPr>
          <a:xfrm>
            <a:off x="557560" y="3861254"/>
            <a:ext cx="8028880" cy="331604"/>
          </a:xfrm>
        </p:spPr>
        <p:txBody>
          <a:bodyPr anchor="ctr"/>
          <a:lstStyle>
            <a:lvl1pPr marL="0" indent="0" algn="ctr">
              <a:buNone/>
              <a:defRPr sz="18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9" name="Text Placeholder 18">
            <a:extLst>
              <a:ext uri="{FF2B5EF4-FFF2-40B4-BE49-F238E27FC236}">
                <a16:creationId xmlns:a16="http://schemas.microsoft.com/office/drawing/2014/main" id="{F114DE5C-8080-5C46-A6FD-CE21845CBC98}"/>
              </a:ext>
            </a:extLst>
          </p:cNvPr>
          <p:cNvSpPr>
            <a:spLocks noGrp="1"/>
          </p:cNvSpPr>
          <p:nvPr>
            <p:ph type="body" sz="quarter" idx="10" hasCustomPrompt="1"/>
          </p:nvPr>
        </p:nvSpPr>
        <p:spPr>
          <a:xfrm>
            <a:off x="1143000" y="4245187"/>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DEPARMENT TITLE GOES HERE</a:t>
            </a:r>
            <a:endParaRPr lang="en-US"/>
          </a:p>
        </p:txBody>
      </p:sp>
      <p:sp>
        <p:nvSpPr>
          <p:cNvPr id="20" name="Text Placeholder 18">
            <a:extLst>
              <a:ext uri="{FF2B5EF4-FFF2-40B4-BE49-F238E27FC236}">
                <a16:creationId xmlns:a16="http://schemas.microsoft.com/office/drawing/2014/main" id="{DC9F3277-BCA4-2048-8982-0ECFBCEE7EB8}"/>
              </a:ext>
            </a:extLst>
          </p:cNvPr>
          <p:cNvSpPr>
            <a:spLocks noGrp="1"/>
          </p:cNvSpPr>
          <p:nvPr>
            <p:ph type="body" sz="quarter" idx="11" hasCustomPrompt="1"/>
          </p:nvPr>
        </p:nvSpPr>
        <p:spPr>
          <a:xfrm>
            <a:off x="1143000" y="4447498"/>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PRESENTER NAME</a:t>
            </a:r>
            <a:endParaRPr lang="en-US"/>
          </a:p>
        </p:txBody>
      </p:sp>
      <p:sp>
        <p:nvSpPr>
          <p:cNvPr id="21" name="Text Placeholder 18">
            <a:extLst>
              <a:ext uri="{FF2B5EF4-FFF2-40B4-BE49-F238E27FC236}">
                <a16:creationId xmlns:a16="http://schemas.microsoft.com/office/drawing/2014/main" id="{9FFC349A-F95C-A740-8D49-880377A16AB7}"/>
              </a:ext>
            </a:extLst>
          </p:cNvPr>
          <p:cNvSpPr>
            <a:spLocks noGrp="1"/>
          </p:cNvSpPr>
          <p:nvPr>
            <p:ph type="body" sz="quarter" idx="12" hasCustomPrompt="1"/>
          </p:nvPr>
        </p:nvSpPr>
        <p:spPr>
          <a:xfrm>
            <a:off x="1143000" y="4639488"/>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00 MONTH, 0000</a:t>
            </a:r>
            <a:endParaRPr lang="en-US"/>
          </a:p>
        </p:txBody>
      </p:sp>
      <p:sp>
        <p:nvSpPr>
          <p:cNvPr id="46" name="Footer Placeholder 4">
            <a:extLst>
              <a:ext uri="{FF2B5EF4-FFF2-40B4-BE49-F238E27FC236}">
                <a16:creationId xmlns:a16="http://schemas.microsoft.com/office/drawing/2014/main" id="{62714FFD-C328-D443-9C70-818983BFFED8}"/>
              </a:ext>
            </a:extLst>
          </p:cNvPr>
          <p:cNvSpPr txBox="1">
            <a:spLocks/>
          </p:cNvSpPr>
          <p:nvPr userDrawn="1"/>
        </p:nvSpPr>
        <p:spPr>
          <a:xfrm>
            <a:off x="-44604" y="-59472"/>
            <a:ext cx="4169427" cy="273844"/>
          </a:xfrm>
          <a:prstGeom prst="rect">
            <a:avLst/>
          </a:prstGeom>
        </p:spPr>
        <p:txBody>
          <a:bodyPr vert="horz" lIns="91440" tIns="45720" rIns="91440" bIns="45720" rtlCol="0" anchor="ctr"/>
          <a:lstStyle>
            <a:defPPr>
              <a:defRPr lang="en-US"/>
            </a:defPPr>
            <a:lvl1pPr marL="0" algn="l" defTabSz="457200" rtl="0" eaLnBrk="1" latinLnBrk="0" hangingPunct="1">
              <a:defRPr sz="900" b="1" kern="1200">
                <a:solidFill>
                  <a:schemeClr val="bg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600" b="0">
                <a:solidFill>
                  <a:schemeClr val="bg1">
                    <a:lumMod val="65000"/>
                  </a:schemeClr>
                </a:solidFill>
                <a:latin typeface="+mj-lt"/>
              </a:rPr>
              <a:t>CRICOS Provider No. 00300K (NT/VIC) I 03286A (NSW) | RTO Provider No. 0373</a:t>
            </a:r>
          </a:p>
        </p:txBody>
      </p:sp>
    </p:spTree>
    <p:extLst>
      <p:ext uri="{BB962C8B-B14F-4D97-AF65-F5344CB8AC3E}">
        <p14:creationId xmlns:p14="http://schemas.microsoft.com/office/powerpoint/2010/main" val="1067917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3CAC01DD-C5D2-2743-A861-E23185D50B7B}"/>
              </a:ext>
            </a:extLst>
          </p:cNvPr>
          <p:cNvSpPr>
            <a:spLocks noGrp="1"/>
          </p:cNvSpPr>
          <p:nvPr>
            <p:ph sz="half" idx="13"/>
          </p:nvPr>
        </p:nvSpPr>
        <p:spPr>
          <a:xfrm>
            <a:off x="402571" y="1378864"/>
            <a:ext cx="8211620"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Slide Number Placeholder 8">
            <a:extLst>
              <a:ext uri="{FF2B5EF4-FFF2-40B4-BE49-F238E27FC236}">
                <a16:creationId xmlns:a16="http://schemas.microsoft.com/office/drawing/2014/main" id="{95911817-749B-AB42-85A4-B5CC2E1EE784}"/>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5" name="Title 1">
            <a:extLst>
              <a:ext uri="{FF2B5EF4-FFF2-40B4-BE49-F238E27FC236}">
                <a16:creationId xmlns:a16="http://schemas.microsoft.com/office/drawing/2014/main" id="{F40367C9-0E35-4043-AD9A-7FEB2A7ED229}"/>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Tree>
    <p:extLst>
      <p:ext uri="{BB962C8B-B14F-4D97-AF65-F5344CB8AC3E}">
        <p14:creationId xmlns:p14="http://schemas.microsoft.com/office/powerpoint/2010/main" val="397621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284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F114DE5C-8080-5C46-A6FD-CE21845CBC98}"/>
              </a:ext>
            </a:extLst>
          </p:cNvPr>
          <p:cNvSpPr>
            <a:spLocks noGrp="1"/>
          </p:cNvSpPr>
          <p:nvPr>
            <p:ph type="body" sz="quarter" idx="10" hasCustomPrompt="1"/>
          </p:nvPr>
        </p:nvSpPr>
        <p:spPr>
          <a:xfrm>
            <a:off x="1143000" y="4245187"/>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DEPARMENT TITLE GOES HERE</a:t>
            </a:r>
            <a:endParaRPr lang="en-US"/>
          </a:p>
        </p:txBody>
      </p:sp>
      <p:sp>
        <p:nvSpPr>
          <p:cNvPr id="20" name="Text Placeholder 18">
            <a:extLst>
              <a:ext uri="{FF2B5EF4-FFF2-40B4-BE49-F238E27FC236}">
                <a16:creationId xmlns:a16="http://schemas.microsoft.com/office/drawing/2014/main" id="{DC9F3277-BCA4-2048-8982-0ECFBCEE7EB8}"/>
              </a:ext>
            </a:extLst>
          </p:cNvPr>
          <p:cNvSpPr>
            <a:spLocks noGrp="1"/>
          </p:cNvSpPr>
          <p:nvPr>
            <p:ph type="body" sz="quarter" idx="11" hasCustomPrompt="1"/>
          </p:nvPr>
        </p:nvSpPr>
        <p:spPr>
          <a:xfrm>
            <a:off x="1143000" y="4447498"/>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PRESENTER NAME</a:t>
            </a:r>
            <a:endParaRPr lang="en-US"/>
          </a:p>
        </p:txBody>
      </p:sp>
      <p:sp>
        <p:nvSpPr>
          <p:cNvPr id="21" name="Text Placeholder 18">
            <a:extLst>
              <a:ext uri="{FF2B5EF4-FFF2-40B4-BE49-F238E27FC236}">
                <a16:creationId xmlns:a16="http://schemas.microsoft.com/office/drawing/2014/main" id="{9FFC349A-F95C-A740-8D49-880377A16AB7}"/>
              </a:ext>
            </a:extLst>
          </p:cNvPr>
          <p:cNvSpPr>
            <a:spLocks noGrp="1"/>
          </p:cNvSpPr>
          <p:nvPr>
            <p:ph type="body" sz="quarter" idx="12" hasCustomPrompt="1"/>
          </p:nvPr>
        </p:nvSpPr>
        <p:spPr>
          <a:xfrm>
            <a:off x="1143000" y="4639488"/>
            <a:ext cx="6858000" cy="223295"/>
          </a:xfrm>
        </p:spPr>
        <p:txBody>
          <a:bodyPr>
            <a:noAutofit/>
          </a:bodyPr>
          <a:lstStyle>
            <a:lvl1pPr marL="0" indent="0" algn="ctr">
              <a:buNone/>
              <a:defRPr sz="1200">
                <a:solidFill>
                  <a:schemeClr val="bg2"/>
                </a:solidFill>
              </a:defRPr>
            </a:lvl1pPr>
            <a:lvl2pPr marL="342900" indent="0" algn="ctr">
              <a:buNone/>
              <a:defRPr sz="1000">
                <a:solidFill>
                  <a:schemeClr val="bg2"/>
                </a:solidFill>
              </a:defRPr>
            </a:lvl2pPr>
            <a:lvl3pPr marL="685800" indent="0" algn="ctr">
              <a:buNone/>
              <a:defRPr sz="1000">
                <a:solidFill>
                  <a:schemeClr val="bg2"/>
                </a:solidFill>
              </a:defRPr>
            </a:lvl3pPr>
            <a:lvl4pPr marL="1028700" indent="0" algn="ctr">
              <a:buNone/>
              <a:defRPr sz="1000">
                <a:solidFill>
                  <a:schemeClr val="bg2"/>
                </a:solidFill>
              </a:defRPr>
            </a:lvl4pPr>
            <a:lvl5pPr marL="1371600" indent="0" algn="ctr">
              <a:buNone/>
              <a:defRPr sz="1000">
                <a:solidFill>
                  <a:schemeClr val="bg2"/>
                </a:solidFill>
              </a:defRPr>
            </a:lvl5pPr>
          </a:lstStyle>
          <a:p>
            <a:pPr lvl="0"/>
            <a:r>
              <a:rPr lang="en-GB"/>
              <a:t>00 MONTH, 0000</a:t>
            </a:r>
            <a:endParaRPr lang="en-US"/>
          </a:p>
        </p:txBody>
      </p:sp>
      <p:sp>
        <p:nvSpPr>
          <p:cNvPr id="12" name="Subtitle 2">
            <a:extLst>
              <a:ext uri="{FF2B5EF4-FFF2-40B4-BE49-F238E27FC236}">
                <a16:creationId xmlns:a16="http://schemas.microsoft.com/office/drawing/2014/main" id="{22CDBCE4-8CB0-324F-9465-F935DEF48080}"/>
              </a:ext>
            </a:extLst>
          </p:cNvPr>
          <p:cNvSpPr>
            <a:spLocks noGrp="1"/>
          </p:cNvSpPr>
          <p:nvPr>
            <p:ph type="subTitle" idx="1" hasCustomPrompt="1"/>
          </p:nvPr>
        </p:nvSpPr>
        <p:spPr>
          <a:xfrm>
            <a:off x="557560" y="3861254"/>
            <a:ext cx="8028880" cy="331604"/>
          </a:xfrm>
        </p:spPr>
        <p:txBody>
          <a:bodyPr anchor="ctr"/>
          <a:lstStyle>
            <a:lvl1pPr marL="0" indent="0" algn="ctr">
              <a:buNone/>
              <a:defRPr sz="1800">
                <a:solidFill>
                  <a:schemeClr val="bg2"/>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3" name="Footer Placeholder 4">
            <a:extLst>
              <a:ext uri="{FF2B5EF4-FFF2-40B4-BE49-F238E27FC236}">
                <a16:creationId xmlns:a16="http://schemas.microsoft.com/office/drawing/2014/main" id="{FBA4FA0E-B97B-3342-9EC2-3F3D4645687E}"/>
              </a:ext>
            </a:extLst>
          </p:cNvPr>
          <p:cNvSpPr txBox="1">
            <a:spLocks/>
          </p:cNvSpPr>
          <p:nvPr userDrawn="1"/>
        </p:nvSpPr>
        <p:spPr>
          <a:xfrm>
            <a:off x="-44604" y="-59472"/>
            <a:ext cx="4169427" cy="273844"/>
          </a:xfrm>
          <a:prstGeom prst="rect">
            <a:avLst/>
          </a:prstGeom>
        </p:spPr>
        <p:txBody>
          <a:bodyPr vert="horz" lIns="91440" tIns="45720" rIns="91440" bIns="45720" rtlCol="0" anchor="ctr"/>
          <a:lstStyle>
            <a:defPPr>
              <a:defRPr lang="en-US"/>
            </a:defPPr>
            <a:lvl1pPr marL="0" algn="l" defTabSz="457200" rtl="0" eaLnBrk="1" latinLnBrk="0" hangingPunct="1">
              <a:defRPr sz="900" b="1" kern="1200">
                <a:solidFill>
                  <a:schemeClr val="bg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600" b="0">
                <a:solidFill>
                  <a:schemeClr val="bg1">
                    <a:lumMod val="65000"/>
                  </a:schemeClr>
                </a:solidFill>
                <a:latin typeface="+mj-lt"/>
              </a:rPr>
              <a:t>CRICOS Provider No. 00300K (NT/VIC) I 03286A (NSW) | RTO Provider No. 0373</a:t>
            </a:r>
          </a:p>
        </p:txBody>
      </p:sp>
      <p:sp>
        <p:nvSpPr>
          <p:cNvPr id="9" name="Title 1">
            <a:extLst>
              <a:ext uri="{FF2B5EF4-FFF2-40B4-BE49-F238E27FC236}">
                <a16:creationId xmlns:a16="http://schemas.microsoft.com/office/drawing/2014/main" id="{49EAD49E-E234-6241-9C3F-6D8BE9E7A789}"/>
              </a:ext>
            </a:extLst>
          </p:cNvPr>
          <p:cNvSpPr>
            <a:spLocks noGrp="1"/>
          </p:cNvSpPr>
          <p:nvPr>
            <p:ph type="ctrTitle"/>
          </p:nvPr>
        </p:nvSpPr>
        <p:spPr>
          <a:xfrm>
            <a:off x="557560" y="3050961"/>
            <a:ext cx="8028880" cy="630000"/>
          </a:xfrm>
        </p:spPr>
        <p:txBody>
          <a:bodyPr anchor="t">
            <a:normAutofit/>
          </a:bodyPr>
          <a:lstStyle>
            <a:lvl1pPr algn="ctr">
              <a:defRPr sz="3200" b="1">
                <a:solidFill>
                  <a:schemeClr val="bg2"/>
                </a:solidFill>
                <a:latin typeface="+mn-lt"/>
              </a:defRPr>
            </a:lvl1pPr>
          </a:lstStyle>
          <a:p>
            <a:r>
              <a:rPr lang="en-GB"/>
              <a:t>Click to edit Master title style</a:t>
            </a:r>
            <a:endParaRPr lang="en-US"/>
          </a:p>
        </p:txBody>
      </p:sp>
    </p:spTree>
    <p:extLst>
      <p:ext uri="{BB962C8B-B14F-4D97-AF65-F5344CB8AC3E}">
        <p14:creationId xmlns:p14="http://schemas.microsoft.com/office/powerpoint/2010/main" val="4077842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cognition of Traditional Own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70173647-703B-6440-9FC7-2015EDEDE3DC}"/>
              </a:ext>
            </a:extLst>
          </p:cNvPr>
          <p:cNvSpPr txBox="1">
            <a:spLocks/>
          </p:cNvSpPr>
          <p:nvPr userDrawn="1"/>
        </p:nvSpPr>
        <p:spPr>
          <a:xfrm>
            <a:off x="402573" y="523631"/>
            <a:ext cx="6868022" cy="69880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lang="en-AU" sz="2700" b="1" kern="1200" smtClean="0">
                <a:solidFill>
                  <a:schemeClr val="bg2"/>
                </a:solidFill>
                <a:effectLst/>
                <a:latin typeface="+mn-lt"/>
                <a:ea typeface="+mj-ea"/>
                <a:cs typeface="+mj-cs"/>
              </a:defRPr>
            </a:lvl1pPr>
          </a:lstStyle>
          <a:p>
            <a:pPr>
              <a:lnSpc>
                <a:spcPct val="100000"/>
              </a:lnSpc>
            </a:pPr>
            <a:r>
              <a:rPr lang="en-AU" sz="2700">
                <a:solidFill>
                  <a:srgbClr val="2C2157"/>
                </a:solidFill>
                <a:latin typeface="Calibri" panose="020F0502020204030204" pitchFamily="34" charset="0"/>
              </a:rPr>
              <a:t>Recognition of Traditional owners </a:t>
            </a:r>
            <a:br>
              <a:rPr lang="en-AU" sz="2700">
                <a:solidFill>
                  <a:srgbClr val="2C2157"/>
                </a:solidFill>
                <a:latin typeface="Calibri" panose="020F0502020204030204" pitchFamily="34" charset="0"/>
              </a:rPr>
            </a:br>
            <a:r>
              <a:rPr lang="en-AU" sz="2700">
                <a:solidFill>
                  <a:srgbClr val="2C2157"/>
                </a:solidFill>
                <a:latin typeface="Calibri" panose="020F0502020204030204" pitchFamily="34" charset="0"/>
              </a:rPr>
              <a:t>and Indigenous cultures</a:t>
            </a:r>
          </a:p>
        </p:txBody>
      </p:sp>
      <p:sp>
        <p:nvSpPr>
          <p:cNvPr id="23" name="Title 1">
            <a:extLst>
              <a:ext uri="{FF2B5EF4-FFF2-40B4-BE49-F238E27FC236}">
                <a16:creationId xmlns:a16="http://schemas.microsoft.com/office/drawing/2014/main" id="{223880D4-F547-0446-90E4-F5954574E50A}"/>
              </a:ext>
            </a:extLst>
          </p:cNvPr>
          <p:cNvSpPr txBox="1">
            <a:spLocks/>
          </p:cNvSpPr>
          <p:nvPr userDrawn="1"/>
        </p:nvSpPr>
        <p:spPr>
          <a:xfrm>
            <a:off x="402573" y="1369217"/>
            <a:ext cx="6868022" cy="1958373"/>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lang="en-AU" sz="2700" b="1" kern="1200" smtClean="0">
                <a:solidFill>
                  <a:schemeClr val="bg2"/>
                </a:solidFill>
                <a:effectLst/>
                <a:latin typeface="+mn-lt"/>
                <a:ea typeface="+mj-ea"/>
                <a:cs typeface="+mj-cs"/>
              </a:defRPr>
            </a:lvl1pPr>
          </a:lstStyle>
          <a:p>
            <a:pPr>
              <a:lnSpc>
                <a:spcPct val="100000"/>
              </a:lnSpc>
            </a:pPr>
            <a:r>
              <a:rPr lang="en-AU" sz="2100" b="0">
                <a:solidFill>
                  <a:schemeClr val="tx1"/>
                </a:solidFill>
                <a:effectLst/>
                <a:latin typeface="+mj-lt"/>
              </a:rPr>
              <a:t>Charles Darwin University acknowledges the traditional custodians of the land on which we’re meeting and pays respect to Elders both past and present and extends that respect to all Aboriginal and Torres Strait Islander people.</a:t>
            </a:r>
          </a:p>
        </p:txBody>
      </p:sp>
      <p:sp>
        <p:nvSpPr>
          <p:cNvPr id="10" name="Slide Number Placeholder 8">
            <a:extLst>
              <a:ext uri="{FF2B5EF4-FFF2-40B4-BE49-F238E27FC236}">
                <a16:creationId xmlns:a16="http://schemas.microsoft.com/office/drawing/2014/main" id="{E9199D5F-A765-E443-AD66-817B8AFCB002}"/>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Tree>
    <p:extLst>
      <p:ext uri="{BB962C8B-B14F-4D97-AF65-F5344CB8AC3E}">
        <p14:creationId xmlns:p14="http://schemas.microsoft.com/office/powerpoint/2010/main" val="385568235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10D8928-9E44-8E48-9606-82D2FC8561CD}"/>
              </a:ext>
            </a:extLst>
          </p:cNvPr>
          <p:cNvSpPr>
            <a:spLocks noGrp="1"/>
          </p:cNvSpPr>
          <p:nvPr>
            <p:ph type="body" sz="quarter" idx="13" hasCustomPrompt="1"/>
          </p:nvPr>
        </p:nvSpPr>
        <p:spPr>
          <a:xfrm>
            <a:off x="403226" y="1374977"/>
            <a:ext cx="8208754" cy="372289"/>
          </a:xfrm>
        </p:spPr>
        <p:txBody>
          <a:bodyPr/>
          <a:lstStyle>
            <a:lvl1pPr marL="0" indent="0">
              <a:buNone/>
              <a:defRPr>
                <a:solidFill>
                  <a:schemeClr val="bg2"/>
                </a:solidFill>
                <a:latin typeface="+mj-lt"/>
              </a:defRPr>
            </a:lvl1pPr>
          </a:lstStyle>
          <a:p>
            <a:pPr lvl="0"/>
            <a:r>
              <a:rPr lang="en-GB"/>
              <a:t>Subtitle here</a:t>
            </a:r>
            <a:endParaRPr lang="en-US"/>
          </a:p>
        </p:txBody>
      </p:sp>
      <p:sp>
        <p:nvSpPr>
          <p:cNvPr id="22" name="Slide Number Placeholder 8">
            <a:extLst>
              <a:ext uri="{FF2B5EF4-FFF2-40B4-BE49-F238E27FC236}">
                <a16:creationId xmlns:a16="http://schemas.microsoft.com/office/drawing/2014/main" id="{1A95E5B7-80F2-5B4A-BC78-175815545504}"/>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24" name="Title 1">
            <a:extLst>
              <a:ext uri="{FF2B5EF4-FFF2-40B4-BE49-F238E27FC236}">
                <a16:creationId xmlns:a16="http://schemas.microsoft.com/office/drawing/2014/main" id="{5562D983-A37D-7945-93D2-AF85F5D77084}"/>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14" name="Content Placeholder 2">
            <a:extLst>
              <a:ext uri="{FF2B5EF4-FFF2-40B4-BE49-F238E27FC236}">
                <a16:creationId xmlns:a16="http://schemas.microsoft.com/office/drawing/2014/main" id="{48343E03-DE47-1347-8AD0-EB3863603E70}"/>
              </a:ext>
            </a:extLst>
          </p:cNvPr>
          <p:cNvSpPr>
            <a:spLocks noGrp="1"/>
          </p:cNvSpPr>
          <p:nvPr>
            <p:ph sz="half" idx="14"/>
          </p:nvPr>
        </p:nvSpPr>
        <p:spPr>
          <a:xfrm>
            <a:off x="402571" y="1882100"/>
            <a:ext cx="8211620" cy="2895526"/>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574390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Slide Number Placeholder 8">
            <a:extLst>
              <a:ext uri="{FF2B5EF4-FFF2-40B4-BE49-F238E27FC236}">
                <a16:creationId xmlns:a16="http://schemas.microsoft.com/office/drawing/2014/main" id="{1613E223-F612-1941-8C94-A3B29ACCD319}"/>
              </a:ext>
            </a:extLst>
          </p:cNvPr>
          <p:cNvSpPr>
            <a:spLocks noGrp="1"/>
          </p:cNvSpPr>
          <p:nvPr userDrawn="1"/>
        </p:nvSpPr>
        <p:spPr>
          <a:xfrm>
            <a:off x="8629689" y="108988"/>
            <a:ext cx="423746" cy="273844"/>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A10EC0-CC52-A246-A2C3-81389B6F8C64}"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9099481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With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2032556-A817-A444-9D7A-A69C4C241876}"/>
              </a:ext>
            </a:extLst>
          </p:cNvPr>
          <p:cNvSpPr>
            <a:spLocks noGrp="1"/>
          </p:cNvSpPr>
          <p:nvPr>
            <p:ph type="ctrTitle"/>
          </p:nvPr>
        </p:nvSpPr>
        <p:spPr>
          <a:xfrm>
            <a:off x="514311" y="1345580"/>
            <a:ext cx="8115378" cy="1540944"/>
          </a:xfrm>
        </p:spPr>
        <p:txBody>
          <a:bodyPr anchor="b">
            <a:normAutofit/>
          </a:bodyPr>
          <a:lstStyle>
            <a:lvl1pPr algn="ctr">
              <a:defRPr sz="3200" b="1">
                <a:solidFill>
                  <a:schemeClr val="bg1"/>
                </a:solidFill>
                <a:latin typeface="+mn-lt"/>
              </a:defRPr>
            </a:lvl1pPr>
          </a:lstStyle>
          <a:p>
            <a:r>
              <a:rPr lang="en-GB"/>
              <a:t>Click to edit Master title style</a:t>
            </a:r>
            <a:endParaRPr lang="en-US"/>
          </a:p>
        </p:txBody>
      </p:sp>
      <p:sp>
        <p:nvSpPr>
          <p:cNvPr id="14" name="Slide Number Placeholder 8">
            <a:extLst>
              <a:ext uri="{FF2B5EF4-FFF2-40B4-BE49-F238E27FC236}">
                <a16:creationId xmlns:a16="http://schemas.microsoft.com/office/drawing/2014/main" id="{74B874B7-4744-B146-BA8C-DEE180A7971F}"/>
              </a:ext>
            </a:extLst>
          </p:cNvPr>
          <p:cNvSpPr>
            <a:spLocks noGrp="1"/>
          </p:cNvSpPr>
          <p:nvPr userDrawn="1"/>
        </p:nvSpPr>
        <p:spPr>
          <a:xfrm>
            <a:off x="8629688" y="108988"/>
            <a:ext cx="423746" cy="273844"/>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A10EC0-CC52-A246-A2C3-81389B6F8C64}" type="slidenum">
              <a:rPr lang="en-US" sz="800" smtClean="0">
                <a:solidFill>
                  <a:schemeClr val="bg1"/>
                </a:solidFill>
              </a:rPr>
              <a:pPr/>
              <a:t>‹#›</a:t>
            </a:fld>
            <a:endParaRPr lang="en-US" sz="800">
              <a:solidFill>
                <a:schemeClr val="bg1"/>
              </a:solidFill>
            </a:endParaRPr>
          </a:p>
        </p:txBody>
      </p:sp>
    </p:spTree>
    <p:extLst>
      <p:ext uri="{BB962C8B-B14F-4D97-AF65-F5344CB8AC3E}">
        <p14:creationId xmlns:p14="http://schemas.microsoft.com/office/powerpoint/2010/main" val="332541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210A0658-5DE5-5E45-991B-3E10590452B9}"/>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29" name="Slide Number Placeholder 8">
            <a:extLst>
              <a:ext uri="{FF2B5EF4-FFF2-40B4-BE49-F238E27FC236}">
                <a16:creationId xmlns:a16="http://schemas.microsoft.com/office/drawing/2014/main" id="{AB3F04B4-2B9C-D243-8409-2B60B6159A4D}"/>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8" name="Content Placeholder 2">
            <a:extLst>
              <a:ext uri="{FF2B5EF4-FFF2-40B4-BE49-F238E27FC236}">
                <a16:creationId xmlns:a16="http://schemas.microsoft.com/office/drawing/2014/main" id="{CFD82C39-D2FF-164E-89A6-C0673E61AEAE}"/>
              </a:ext>
            </a:extLst>
          </p:cNvPr>
          <p:cNvSpPr>
            <a:spLocks noGrp="1"/>
          </p:cNvSpPr>
          <p:nvPr>
            <p:ph sz="half" idx="13"/>
          </p:nvPr>
        </p:nvSpPr>
        <p:spPr>
          <a:xfrm>
            <a:off x="402571" y="1378864"/>
            <a:ext cx="4007055"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2">
            <a:extLst>
              <a:ext uri="{FF2B5EF4-FFF2-40B4-BE49-F238E27FC236}">
                <a16:creationId xmlns:a16="http://schemas.microsoft.com/office/drawing/2014/main" id="{8C69AEF2-4B5E-C04E-B5A3-22147306A841}"/>
              </a:ext>
            </a:extLst>
          </p:cNvPr>
          <p:cNvSpPr>
            <a:spLocks noGrp="1"/>
          </p:cNvSpPr>
          <p:nvPr>
            <p:ph sz="half" idx="19"/>
          </p:nvPr>
        </p:nvSpPr>
        <p:spPr>
          <a:xfrm>
            <a:off x="4610002" y="1378864"/>
            <a:ext cx="4007055"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7145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Subheading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5">
            <a:extLst>
              <a:ext uri="{FF2B5EF4-FFF2-40B4-BE49-F238E27FC236}">
                <a16:creationId xmlns:a16="http://schemas.microsoft.com/office/drawing/2014/main" id="{CD0FC821-9E3D-6249-8FE7-456ED4D51253}"/>
              </a:ext>
            </a:extLst>
          </p:cNvPr>
          <p:cNvSpPr>
            <a:spLocks noGrp="1"/>
          </p:cNvSpPr>
          <p:nvPr>
            <p:ph type="body" sz="quarter" idx="14" hasCustomPrompt="1"/>
          </p:nvPr>
        </p:nvSpPr>
        <p:spPr>
          <a:xfrm>
            <a:off x="4601379" y="1374297"/>
            <a:ext cx="4015678" cy="372970"/>
          </a:xfrm>
        </p:spPr>
        <p:txBody>
          <a:bodyPr/>
          <a:lstStyle>
            <a:lvl1pPr marL="0" indent="0">
              <a:buNone/>
              <a:defRPr>
                <a:solidFill>
                  <a:schemeClr val="bg2"/>
                </a:solidFill>
                <a:latin typeface="+mj-lt"/>
              </a:defRPr>
            </a:lvl1pPr>
          </a:lstStyle>
          <a:p>
            <a:pPr lvl="0"/>
            <a:r>
              <a:rPr lang="en-GB"/>
              <a:t>Subtitle here</a:t>
            </a:r>
            <a:endParaRPr lang="en-US"/>
          </a:p>
        </p:txBody>
      </p:sp>
      <p:sp>
        <p:nvSpPr>
          <p:cNvPr id="23" name="Text Placeholder 5">
            <a:extLst>
              <a:ext uri="{FF2B5EF4-FFF2-40B4-BE49-F238E27FC236}">
                <a16:creationId xmlns:a16="http://schemas.microsoft.com/office/drawing/2014/main" id="{DC52205C-B1BD-7945-99A9-79EFECB7DFFA}"/>
              </a:ext>
            </a:extLst>
          </p:cNvPr>
          <p:cNvSpPr>
            <a:spLocks noGrp="1"/>
          </p:cNvSpPr>
          <p:nvPr>
            <p:ph type="body" sz="quarter" idx="16" hasCustomPrompt="1"/>
          </p:nvPr>
        </p:nvSpPr>
        <p:spPr>
          <a:xfrm>
            <a:off x="402572" y="1378212"/>
            <a:ext cx="4011367" cy="372970"/>
          </a:xfrm>
        </p:spPr>
        <p:txBody>
          <a:bodyPr/>
          <a:lstStyle>
            <a:lvl1pPr marL="0" indent="0">
              <a:buNone/>
              <a:defRPr>
                <a:solidFill>
                  <a:schemeClr val="bg2"/>
                </a:solidFill>
                <a:latin typeface="+mj-lt"/>
              </a:defRPr>
            </a:lvl1pPr>
          </a:lstStyle>
          <a:p>
            <a:pPr lvl="0"/>
            <a:r>
              <a:rPr lang="en-GB"/>
              <a:t>Subtitle here</a:t>
            </a:r>
            <a:endParaRPr lang="en-US"/>
          </a:p>
        </p:txBody>
      </p:sp>
      <p:sp>
        <p:nvSpPr>
          <p:cNvPr id="35" name="Title 1">
            <a:extLst>
              <a:ext uri="{FF2B5EF4-FFF2-40B4-BE49-F238E27FC236}">
                <a16:creationId xmlns:a16="http://schemas.microsoft.com/office/drawing/2014/main" id="{C21A125E-8E92-1044-A120-FC8CBBE2EDC3}"/>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37" name="Slide Number Placeholder 8">
            <a:extLst>
              <a:ext uri="{FF2B5EF4-FFF2-40B4-BE49-F238E27FC236}">
                <a16:creationId xmlns:a16="http://schemas.microsoft.com/office/drawing/2014/main" id="{C28D749B-0910-6D43-9E7D-58186A2F29E4}"/>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10" name="Content Placeholder 2">
            <a:extLst>
              <a:ext uri="{FF2B5EF4-FFF2-40B4-BE49-F238E27FC236}">
                <a16:creationId xmlns:a16="http://schemas.microsoft.com/office/drawing/2014/main" id="{C485EAB0-A1C3-B149-AC40-731FD84C9B80}"/>
              </a:ext>
            </a:extLst>
          </p:cNvPr>
          <p:cNvSpPr>
            <a:spLocks noGrp="1"/>
          </p:cNvSpPr>
          <p:nvPr>
            <p:ph sz="half" idx="13"/>
          </p:nvPr>
        </p:nvSpPr>
        <p:spPr>
          <a:xfrm>
            <a:off x="402571" y="1882098"/>
            <a:ext cx="4007055" cy="2895528"/>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2">
            <a:extLst>
              <a:ext uri="{FF2B5EF4-FFF2-40B4-BE49-F238E27FC236}">
                <a16:creationId xmlns:a16="http://schemas.microsoft.com/office/drawing/2014/main" id="{5FB4939C-537E-2545-B3C5-7DDE4A94308C}"/>
              </a:ext>
            </a:extLst>
          </p:cNvPr>
          <p:cNvSpPr>
            <a:spLocks noGrp="1"/>
          </p:cNvSpPr>
          <p:nvPr>
            <p:ph sz="half" idx="19"/>
          </p:nvPr>
        </p:nvSpPr>
        <p:spPr>
          <a:xfrm>
            <a:off x="4610002" y="1882098"/>
            <a:ext cx="4007055" cy="2895528"/>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33715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7677174-565C-E846-8403-BB5BCE028B45}"/>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16" name="Slide Number Placeholder 8">
            <a:extLst>
              <a:ext uri="{FF2B5EF4-FFF2-40B4-BE49-F238E27FC236}">
                <a16:creationId xmlns:a16="http://schemas.microsoft.com/office/drawing/2014/main" id="{ACC68EC8-408B-774F-911C-1D2C124A3741}"/>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Tree>
    <p:extLst>
      <p:ext uri="{BB962C8B-B14F-4D97-AF65-F5344CB8AC3E}">
        <p14:creationId xmlns:p14="http://schemas.microsoft.com/office/powerpoint/2010/main" val="215285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13D972B-3E14-9748-97E4-B447D6378197}"/>
              </a:ext>
            </a:extLst>
          </p:cNvPr>
          <p:cNvSpPr>
            <a:spLocks noGrp="1"/>
          </p:cNvSpPr>
          <p:nvPr>
            <p:ph type="pic" sz="quarter" idx="13"/>
          </p:nvPr>
        </p:nvSpPr>
        <p:spPr>
          <a:xfrm>
            <a:off x="403225" y="1378863"/>
            <a:ext cx="8210966" cy="3398763"/>
          </a:xfrm>
        </p:spPr>
        <p:txBody>
          <a:bodyPr/>
          <a:lstStyle/>
          <a:p>
            <a:endParaRPr lang="en-US"/>
          </a:p>
        </p:txBody>
      </p:sp>
      <p:sp>
        <p:nvSpPr>
          <p:cNvPr id="20" name="Title 1">
            <a:extLst>
              <a:ext uri="{FF2B5EF4-FFF2-40B4-BE49-F238E27FC236}">
                <a16:creationId xmlns:a16="http://schemas.microsoft.com/office/drawing/2014/main" id="{562381AD-146B-5F4B-B5D0-575D144DD62D}"/>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23" name="Slide Number Placeholder 8">
            <a:extLst>
              <a:ext uri="{FF2B5EF4-FFF2-40B4-BE49-F238E27FC236}">
                <a16:creationId xmlns:a16="http://schemas.microsoft.com/office/drawing/2014/main" id="{012C525D-F686-EB45-A7C0-FF3F1CC6210B}"/>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Tree>
    <p:extLst>
      <p:ext uri="{BB962C8B-B14F-4D97-AF65-F5344CB8AC3E}">
        <p14:creationId xmlns:p14="http://schemas.microsoft.com/office/powerpoint/2010/main" val="1167646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nd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 Placeholder 5">
            <a:extLst>
              <a:ext uri="{FF2B5EF4-FFF2-40B4-BE49-F238E27FC236}">
                <a16:creationId xmlns:a16="http://schemas.microsoft.com/office/drawing/2014/main" id="{9E73A337-4C33-1E4C-BAE9-8D3121B2473F}"/>
              </a:ext>
            </a:extLst>
          </p:cNvPr>
          <p:cNvSpPr>
            <a:spLocks noGrp="1"/>
          </p:cNvSpPr>
          <p:nvPr>
            <p:ph type="body" sz="quarter" idx="16" hasCustomPrompt="1"/>
          </p:nvPr>
        </p:nvSpPr>
        <p:spPr>
          <a:xfrm>
            <a:off x="402571" y="1378212"/>
            <a:ext cx="8213833" cy="372970"/>
          </a:xfrm>
        </p:spPr>
        <p:txBody>
          <a:bodyPr/>
          <a:lstStyle>
            <a:lvl1pPr marL="0" indent="0">
              <a:buNone/>
              <a:defRPr>
                <a:solidFill>
                  <a:schemeClr val="bg2"/>
                </a:solidFill>
                <a:latin typeface="+mj-lt"/>
              </a:defRPr>
            </a:lvl1pPr>
          </a:lstStyle>
          <a:p>
            <a:pPr lvl="0"/>
            <a:r>
              <a:rPr lang="en-GB"/>
              <a:t>Subtitle here</a:t>
            </a:r>
            <a:endParaRPr lang="en-US"/>
          </a:p>
        </p:txBody>
      </p:sp>
      <p:sp>
        <p:nvSpPr>
          <p:cNvPr id="22" name="Picture Placeholder 3">
            <a:extLst>
              <a:ext uri="{FF2B5EF4-FFF2-40B4-BE49-F238E27FC236}">
                <a16:creationId xmlns:a16="http://schemas.microsoft.com/office/drawing/2014/main" id="{A7F9AB2E-1B8B-0F44-96EF-B277A7F83E81}"/>
              </a:ext>
            </a:extLst>
          </p:cNvPr>
          <p:cNvSpPr>
            <a:spLocks noGrp="1"/>
          </p:cNvSpPr>
          <p:nvPr>
            <p:ph type="pic" sz="quarter" idx="17"/>
          </p:nvPr>
        </p:nvSpPr>
        <p:spPr>
          <a:xfrm>
            <a:off x="403225" y="1882101"/>
            <a:ext cx="8208743" cy="2895525"/>
          </a:xfrm>
        </p:spPr>
        <p:txBody>
          <a:bodyPr/>
          <a:lstStyle/>
          <a:p>
            <a:endParaRPr lang="en-US"/>
          </a:p>
        </p:txBody>
      </p:sp>
      <p:sp>
        <p:nvSpPr>
          <p:cNvPr id="29" name="Title 1">
            <a:extLst>
              <a:ext uri="{FF2B5EF4-FFF2-40B4-BE49-F238E27FC236}">
                <a16:creationId xmlns:a16="http://schemas.microsoft.com/office/drawing/2014/main" id="{E9A73161-1B8F-B74C-AD3E-17C330B67E20}"/>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31" name="Slide Number Placeholder 8">
            <a:extLst>
              <a:ext uri="{FF2B5EF4-FFF2-40B4-BE49-F238E27FC236}">
                <a16:creationId xmlns:a16="http://schemas.microsoft.com/office/drawing/2014/main" id="{5CDD6DF2-49B5-B745-BFCC-E22792F6E8CE}"/>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Tree>
    <p:extLst>
      <p:ext uri="{BB962C8B-B14F-4D97-AF65-F5344CB8AC3E}">
        <p14:creationId xmlns:p14="http://schemas.microsoft.com/office/powerpoint/2010/main" val="2195626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13D972B-3E14-9748-97E4-B447D6378197}"/>
              </a:ext>
            </a:extLst>
          </p:cNvPr>
          <p:cNvSpPr>
            <a:spLocks noGrp="1"/>
          </p:cNvSpPr>
          <p:nvPr>
            <p:ph type="pic" sz="quarter" idx="13"/>
          </p:nvPr>
        </p:nvSpPr>
        <p:spPr>
          <a:xfrm>
            <a:off x="5425455" y="1378863"/>
            <a:ext cx="3187291" cy="3408407"/>
          </a:xfrm>
        </p:spPr>
        <p:txBody>
          <a:bodyPr/>
          <a:lstStyle/>
          <a:p>
            <a:endParaRPr lang="en-US"/>
          </a:p>
        </p:txBody>
      </p:sp>
      <p:sp>
        <p:nvSpPr>
          <p:cNvPr id="26" name="Title 1">
            <a:extLst>
              <a:ext uri="{FF2B5EF4-FFF2-40B4-BE49-F238E27FC236}">
                <a16:creationId xmlns:a16="http://schemas.microsoft.com/office/drawing/2014/main" id="{1E1B1EEA-0C6E-0F47-8F57-515A3BDEDBDB}"/>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28" name="Slide Number Placeholder 8">
            <a:extLst>
              <a:ext uri="{FF2B5EF4-FFF2-40B4-BE49-F238E27FC236}">
                <a16:creationId xmlns:a16="http://schemas.microsoft.com/office/drawing/2014/main" id="{642E5146-4E1E-ED4D-9028-813208BC032C}"/>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7" name="Content Placeholder 2">
            <a:extLst>
              <a:ext uri="{FF2B5EF4-FFF2-40B4-BE49-F238E27FC236}">
                <a16:creationId xmlns:a16="http://schemas.microsoft.com/office/drawing/2014/main" id="{536D2FD5-B78A-9E43-ACC5-20522CC19AB9}"/>
              </a:ext>
            </a:extLst>
          </p:cNvPr>
          <p:cNvSpPr>
            <a:spLocks noGrp="1"/>
          </p:cNvSpPr>
          <p:nvPr>
            <p:ph sz="half" idx="19"/>
          </p:nvPr>
        </p:nvSpPr>
        <p:spPr>
          <a:xfrm>
            <a:off x="402571" y="1378864"/>
            <a:ext cx="4831131"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010717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and 3 Pictur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2" name="Slide Number Placeholder 8">
            <a:extLst>
              <a:ext uri="{FF2B5EF4-FFF2-40B4-BE49-F238E27FC236}">
                <a16:creationId xmlns:a16="http://schemas.microsoft.com/office/drawing/2014/main" id="{259ADB6B-7874-0544-A977-F35931AAD6E5}"/>
              </a:ext>
            </a:extLst>
          </p:cNvPr>
          <p:cNvSpPr>
            <a:spLocks noGrp="1"/>
          </p:cNvSpPr>
          <p:nvPr userDrawn="1"/>
        </p:nvSpPr>
        <p:spPr>
          <a:xfrm>
            <a:off x="8629689" y="103009"/>
            <a:ext cx="423746" cy="273844"/>
          </a:xfrm>
          <a:prstGeom prst="rect">
            <a:avLst/>
          </a:prstGeom>
        </p:spPr>
        <p:txBody>
          <a:bodyPr vert="horz" lIns="91440" tIns="45720" rIns="91440" bIns="45720"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endParaRPr lang="en-US" sz="900">
              <a:solidFill>
                <a:schemeClr val="bg2"/>
              </a:solidFill>
            </a:endParaRPr>
          </a:p>
        </p:txBody>
      </p:sp>
      <p:sp>
        <p:nvSpPr>
          <p:cNvPr id="10" name="Picture Placeholder 3">
            <a:extLst>
              <a:ext uri="{FF2B5EF4-FFF2-40B4-BE49-F238E27FC236}">
                <a16:creationId xmlns:a16="http://schemas.microsoft.com/office/drawing/2014/main" id="{F13D972B-3E14-9748-97E4-B447D6378197}"/>
              </a:ext>
            </a:extLst>
          </p:cNvPr>
          <p:cNvSpPr>
            <a:spLocks noGrp="1"/>
          </p:cNvSpPr>
          <p:nvPr>
            <p:ph type="pic" sz="quarter" idx="13"/>
          </p:nvPr>
        </p:nvSpPr>
        <p:spPr>
          <a:xfrm>
            <a:off x="5425455" y="1378864"/>
            <a:ext cx="3188736" cy="1016704"/>
          </a:xfrm>
        </p:spPr>
        <p:txBody>
          <a:bodyPr/>
          <a:lstStyle/>
          <a:p>
            <a:endParaRPr lang="en-US"/>
          </a:p>
        </p:txBody>
      </p:sp>
      <p:sp>
        <p:nvSpPr>
          <p:cNvPr id="20" name="Picture Placeholder 3">
            <a:extLst>
              <a:ext uri="{FF2B5EF4-FFF2-40B4-BE49-F238E27FC236}">
                <a16:creationId xmlns:a16="http://schemas.microsoft.com/office/drawing/2014/main" id="{B69540A8-1CF4-574D-9416-797978480FE6}"/>
              </a:ext>
            </a:extLst>
          </p:cNvPr>
          <p:cNvSpPr>
            <a:spLocks noGrp="1"/>
          </p:cNvSpPr>
          <p:nvPr>
            <p:ph type="pic" sz="quarter" idx="14"/>
          </p:nvPr>
        </p:nvSpPr>
        <p:spPr>
          <a:xfrm>
            <a:off x="5425455" y="2567180"/>
            <a:ext cx="3188733" cy="1016705"/>
          </a:xfrm>
        </p:spPr>
        <p:txBody>
          <a:bodyPr/>
          <a:lstStyle/>
          <a:p>
            <a:endParaRPr lang="en-US"/>
          </a:p>
        </p:txBody>
      </p:sp>
      <p:sp>
        <p:nvSpPr>
          <p:cNvPr id="23" name="Picture Placeholder 3">
            <a:extLst>
              <a:ext uri="{FF2B5EF4-FFF2-40B4-BE49-F238E27FC236}">
                <a16:creationId xmlns:a16="http://schemas.microsoft.com/office/drawing/2014/main" id="{EC7F2BB0-FAA7-694A-9F1F-5FB1FE521BCE}"/>
              </a:ext>
            </a:extLst>
          </p:cNvPr>
          <p:cNvSpPr>
            <a:spLocks noGrp="1"/>
          </p:cNvSpPr>
          <p:nvPr>
            <p:ph type="pic" sz="quarter" idx="15"/>
          </p:nvPr>
        </p:nvSpPr>
        <p:spPr>
          <a:xfrm>
            <a:off x="5425455" y="3755497"/>
            <a:ext cx="3188736" cy="1016705"/>
          </a:xfrm>
        </p:spPr>
        <p:txBody>
          <a:bodyPr/>
          <a:lstStyle/>
          <a:p>
            <a:endParaRPr lang="en-US"/>
          </a:p>
        </p:txBody>
      </p:sp>
      <p:sp>
        <p:nvSpPr>
          <p:cNvPr id="27" name="Title 1">
            <a:extLst>
              <a:ext uri="{FF2B5EF4-FFF2-40B4-BE49-F238E27FC236}">
                <a16:creationId xmlns:a16="http://schemas.microsoft.com/office/drawing/2014/main" id="{9940B2B5-C8A8-BE41-9A4F-9978F2F58F9C}"/>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29" name="Slide Number Placeholder 8">
            <a:extLst>
              <a:ext uri="{FF2B5EF4-FFF2-40B4-BE49-F238E27FC236}">
                <a16:creationId xmlns:a16="http://schemas.microsoft.com/office/drawing/2014/main" id="{AC3A15B2-22CE-7A47-8880-829766A5510D}"/>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11" name="Content Placeholder 2">
            <a:extLst>
              <a:ext uri="{FF2B5EF4-FFF2-40B4-BE49-F238E27FC236}">
                <a16:creationId xmlns:a16="http://schemas.microsoft.com/office/drawing/2014/main" id="{D53C1209-9A6C-4B4E-9F7A-5BA131E32CFD}"/>
              </a:ext>
            </a:extLst>
          </p:cNvPr>
          <p:cNvSpPr>
            <a:spLocks noGrp="1"/>
          </p:cNvSpPr>
          <p:nvPr>
            <p:ph sz="half" idx="19"/>
          </p:nvPr>
        </p:nvSpPr>
        <p:spPr>
          <a:xfrm>
            <a:off x="402571" y="1378864"/>
            <a:ext cx="4831131"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166238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and 3 Picture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13D972B-3E14-9748-97E4-B447D6378197}"/>
              </a:ext>
            </a:extLst>
          </p:cNvPr>
          <p:cNvSpPr>
            <a:spLocks noGrp="1"/>
          </p:cNvSpPr>
          <p:nvPr>
            <p:ph type="pic" sz="quarter" idx="13"/>
          </p:nvPr>
        </p:nvSpPr>
        <p:spPr>
          <a:xfrm>
            <a:off x="6022536" y="2782907"/>
            <a:ext cx="2588790" cy="1994701"/>
          </a:xfrm>
        </p:spPr>
        <p:txBody>
          <a:bodyPr/>
          <a:lstStyle/>
          <a:p>
            <a:endParaRPr lang="en-US"/>
          </a:p>
        </p:txBody>
      </p:sp>
      <p:sp>
        <p:nvSpPr>
          <p:cNvPr id="11" name="Picture Placeholder 3">
            <a:extLst>
              <a:ext uri="{FF2B5EF4-FFF2-40B4-BE49-F238E27FC236}">
                <a16:creationId xmlns:a16="http://schemas.microsoft.com/office/drawing/2014/main" id="{9CBE3E61-7BCA-0649-8C7E-8FBCB071EF20}"/>
              </a:ext>
            </a:extLst>
          </p:cNvPr>
          <p:cNvSpPr>
            <a:spLocks noGrp="1"/>
          </p:cNvSpPr>
          <p:nvPr>
            <p:ph type="pic" sz="quarter" idx="15"/>
          </p:nvPr>
        </p:nvSpPr>
        <p:spPr>
          <a:xfrm>
            <a:off x="402573" y="2782907"/>
            <a:ext cx="2597136" cy="1994715"/>
          </a:xfrm>
        </p:spPr>
        <p:txBody>
          <a:bodyPr/>
          <a:lstStyle/>
          <a:p>
            <a:endParaRPr lang="en-US"/>
          </a:p>
        </p:txBody>
      </p:sp>
      <p:sp>
        <p:nvSpPr>
          <p:cNvPr id="14" name="Picture Placeholder 3">
            <a:extLst>
              <a:ext uri="{FF2B5EF4-FFF2-40B4-BE49-F238E27FC236}">
                <a16:creationId xmlns:a16="http://schemas.microsoft.com/office/drawing/2014/main" id="{E4A3B46C-313A-5F4F-A80F-DD17C1B5C8D1}"/>
              </a:ext>
            </a:extLst>
          </p:cNvPr>
          <p:cNvSpPr>
            <a:spLocks noGrp="1"/>
          </p:cNvSpPr>
          <p:nvPr>
            <p:ph type="pic" sz="quarter" idx="16"/>
          </p:nvPr>
        </p:nvSpPr>
        <p:spPr>
          <a:xfrm>
            <a:off x="3212553" y="2782907"/>
            <a:ext cx="2594522" cy="1994709"/>
          </a:xfrm>
        </p:spPr>
        <p:txBody>
          <a:bodyPr/>
          <a:lstStyle/>
          <a:p>
            <a:endParaRPr lang="en-US"/>
          </a:p>
        </p:txBody>
      </p:sp>
      <p:sp>
        <p:nvSpPr>
          <p:cNvPr id="27" name="Title 1">
            <a:extLst>
              <a:ext uri="{FF2B5EF4-FFF2-40B4-BE49-F238E27FC236}">
                <a16:creationId xmlns:a16="http://schemas.microsoft.com/office/drawing/2014/main" id="{88D18555-D82A-8240-B9F6-15BEC9B4CCA7}"/>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
        <p:nvSpPr>
          <p:cNvPr id="30" name="Slide Number Placeholder 8">
            <a:extLst>
              <a:ext uri="{FF2B5EF4-FFF2-40B4-BE49-F238E27FC236}">
                <a16:creationId xmlns:a16="http://schemas.microsoft.com/office/drawing/2014/main" id="{2116E88B-47B5-F644-A01B-626E8BB87AB5}"/>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9" name="Content Placeholder 2">
            <a:extLst>
              <a:ext uri="{FF2B5EF4-FFF2-40B4-BE49-F238E27FC236}">
                <a16:creationId xmlns:a16="http://schemas.microsoft.com/office/drawing/2014/main" id="{BE0C27BA-02F8-134D-A9AB-376BB1A59697}"/>
              </a:ext>
            </a:extLst>
          </p:cNvPr>
          <p:cNvSpPr>
            <a:spLocks noGrp="1"/>
          </p:cNvSpPr>
          <p:nvPr>
            <p:ph sz="half" idx="17"/>
          </p:nvPr>
        </p:nvSpPr>
        <p:spPr>
          <a:xfrm>
            <a:off x="402571" y="1378864"/>
            <a:ext cx="8211620" cy="1223561"/>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619036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3CAC01DD-C5D2-2743-A861-E23185D50B7B}"/>
              </a:ext>
            </a:extLst>
          </p:cNvPr>
          <p:cNvSpPr>
            <a:spLocks noGrp="1"/>
          </p:cNvSpPr>
          <p:nvPr>
            <p:ph sz="half" idx="13"/>
          </p:nvPr>
        </p:nvSpPr>
        <p:spPr>
          <a:xfrm>
            <a:off x="402571" y="1378864"/>
            <a:ext cx="8211620" cy="3398762"/>
          </a:xfrm>
        </p:spPr>
        <p:txBody>
          <a:bodyPr lIns="90000"/>
          <a:lstStyle>
            <a:lvl1pPr marL="270000" indent="-270000">
              <a:lnSpc>
                <a:spcPct val="100000"/>
              </a:lnSpc>
              <a:defRPr sz="2600">
                <a:solidFill>
                  <a:schemeClr val="tx1"/>
                </a:solidFill>
                <a:latin typeface="+mj-lt"/>
              </a:defRPr>
            </a:lvl1pPr>
            <a:lvl2pPr marL="684000" indent="-288000">
              <a:lnSpc>
                <a:spcPct val="100000"/>
              </a:lnSpc>
              <a:defRPr sz="2300">
                <a:latin typeface="+mj-lt"/>
              </a:defRPr>
            </a:lvl2pPr>
            <a:lvl3pPr marL="1037250" indent="-280800">
              <a:lnSpc>
                <a:spcPct val="100000"/>
              </a:lnSpc>
              <a:defRPr sz="1800">
                <a:latin typeface="+mj-lt"/>
              </a:defRPr>
            </a:lvl3pPr>
            <a:lvl4pPr marL="1332000" indent="-259200">
              <a:lnSpc>
                <a:spcPct val="100000"/>
              </a:lnSpc>
              <a:defRPr sz="1500">
                <a:latin typeface="+mj-lt"/>
              </a:defRPr>
            </a:lvl4pPr>
            <a:lvl5pPr marL="1579050" indent="-252000">
              <a:lnSpc>
                <a:spcPct val="100000"/>
              </a:lnSpc>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Slide Number Placeholder 8">
            <a:extLst>
              <a:ext uri="{FF2B5EF4-FFF2-40B4-BE49-F238E27FC236}">
                <a16:creationId xmlns:a16="http://schemas.microsoft.com/office/drawing/2014/main" id="{95911817-749B-AB42-85A4-B5CC2E1EE784}"/>
              </a:ext>
            </a:extLst>
          </p:cNvPr>
          <p:cNvSpPr>
            <a:spLocks noGrp="1"/>
          </p:cNvSpPr>
          <p:nvPr>
            <p:ph type="sldNum" sz="quarter" idx="12"/>
          </p:nvPr>
        </p:nvSpPr>
        <p:spPr>
          <a:xfrm>
            <a:off x="8686799" y="4752194"/>
            <a:ext cx="351137" cy="273844"/>
          </a:xfrm>
        </p:spPr>
        <p:txBody>
          <a:bodyPr/>
          <a:lstStyle>
            <a:lvl1pPr>
              <a:defRPr sz="800">
                <a:solidFill>
                  <a:schemeClr val="bg2"/>
                </a:solidFill>
              </a:defRPr>
            </a:lvl1pPr>
          </a:lstStyle>
          <a:p>
            <a:fld id="{6AA10EC0-CC52-A246-A2C3-81389B6F8C64}" type="slidenum">
              <a:rPr lang="en-US" smtClean="0"/>
              <a:pPr/>
              <a:t>‹#›</a:t>
            </a:fld>
            <a:endParaRPr lang="en-US"/>
          </a:p>
        </p:txBody>
      </p:sp>
      <p:sp>
        <p:nvSpPr>
          <p:cNvPr id="5" name="Title 1">
            <a:extLst>
              <a:ext uri="{FF2B5EF4-FFF2-40B4-BE49-F238E27FC236}">
                <a16:creationId xmlns:a16="http://schemas.microsoft.com/office/drawing/2014/main" id="{F40367C9-0E35-4043-AD9A-7FEB2A7ED229}"/>
              </a:ext>
            </a:extLst>
          </p:cNvPr>
          <p:cNvSpPr>
            <a:spLocks noGrp="1"/>
          </p:cNvSpPr>
          <p:nvPr>
            <p:ph type="title"/>
          </p:nvPr>
        </p:nvSpPr>
        <p:spPr>
          <a:xfrm>
            <a:off x="402573" y="478057"/>
            <a:ext cx="7362077" cy="789958"/>
          </a:xfrm>
        </p:spPr>
        <p:txBody>
          <a:bodyPr/>
          <a:lstStyle>
            <a:lvl1pPr>
              <a:defRPr b="1">
                <a:solidFill>
                  <a:schemeClr val="bg2"/>
                </a:solidFill>
                <a:latin typeface="+mn-lt"/>
              </a:defRPr>
            </a:lvl1pPr>
          </a:lstStyle>
          <a:p>
            <a:r>
              <a:rPr lang="en-GB"/>
              <a:t>Click to edit Master title style</a:t>
            </a:r>
            <a:endParaRPr lang="en-US"/>
          </a:p>
        </p:txBody>
      </p:sp>
    </p:spTree>
    <p:extLst>
      <p:ext uri="{BB962C8B-B14F-4D97-AF65-F5344CB8AC3E}">
        <p14:creationId xmlns:p14="http://schemas.microsoft.com/office/powerpoint/2010/main" val="76093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E9F5D2-0B52-0846-6D8C-254020CAB94B}"/>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87B9AD7-4107-D5CB-2E73-C7298960B4CD}"/>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000BF29-9198-DA10-B2BE-6BAFBB44D45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BC99D71-ECA3-9B68-2106-7BA8CC9F174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DEPARTMENT OR SECTION TITLE GOES HERE</a:t>
            </a:r>
          </a:p>
        </p:txBody>
      </p:sp>
      <p:sp>
        <p:nvSpPr>
          <p:cNvPr id="6" name="Slide Number Placeholder 5">
            <a:extLst>
              <a:ext uri="{FF2B5EF4-FFF2-40B4-BE49-F238E27FC236}">
                <a16:creationId xmlns:a16="http://schemas.microsoft.com/office/drawing/2014/main" id="{9072FD02-B8A1-0A16-0368-D51671F0DE7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6AA10EC0-CC52-A246-A2C3-81389B6F8C64}" type="slidenum">
              <a:rPr lang="en-US" smtClean="0"/>
              <a:t>‹#›</a:t>
            </a:fld>
            <a:endParaRPr lang="en-US"/>
          </a:p>
        </p:txBody>
      </p:sp>
    </p:spTree>
    <p:extLst>
      <p:ext uri="{BB962C8B-B14F-4D97-AF65-F5344CB8AC3E}">
        <p14:creationId xmlns:p14="http://schemas.microsoft.com/office/powerpoint/2010/main" val="3025576169"/>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670" r:id="rId15"/>
    <p:sldLayoutId id="2147483662" r:id="rId16"/>
    <p:sldLayoutId id="2147483677" r:id="rId17"/>
    <p:sldLayoutId id="2147483663" r:id="rId18"/>
    <p:sldLayoutId id="2147483676" r:id="rId19"/>
    <p:sldLayoutId id="2147483664" r:id="rId20"/>
    <p:sldLayoutId id="2147483678" r:id="rId21"/>
    <p:sldLayoutId id="2147483666" r:id="rId22"/>
    <p:sldLayoutId id="2147483679" r:id="rId23"/>
    <p:sldLayoutId id="2147483682" r:id="rId24"/>
    <p:sldLayoutId id="2147483680" r:id="rId25"/>
    <p:sldLayoutId id="2147483681" r:id="rId26"/>
    <p:sldLayoutId id="2147483684" r:id="rId27"/>
    <p:sldLayoutId id="2147483777" r:id="rId28"/>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E49D-DA51-EE4B-9BCB-B0ABEA67D6EF}"/>
              </a:ext>
            </a:extLst>
          </p:cNvPr>
          <p:cNvSpPr>
            <a:spLocks noGrp="1"/>
          </p:cNvSpPr>
          <p:nvPr>
            <p:ph type="ctrTitle"/>
          </p:nvPr>
        </p:nvSpPr>
        <p:spPr>
          <a:xfrm>
            <a:off x="532846" y="2890090"/>
            <a:ext cx="8028880" cy="630000"/>
          </a:xfrm>
        </p:spPr>
        <p:txBody>
          <a:bodyPr>
            <a:noAutofit/>
          </a:bodyPr>
          <a:lstStyle/>
          <a:p>
            <a:r>
              <a:rPr lang="en-AU" sz="2000">
                <a:solidFill>
                  <a:schemeClr val="tx1"/>
                </a:solidFill>
                <a:latin typeface="Arial"/>
                <a:cs typeface="Arial"/>
              </a:rPr>
              <a:t>HIT391 – </a:t>
            </a:r>
            <a:r>
              <a:rPr lang="en-GB" sz="2000" kern="100" cap="all">
                <a:solidFill>
                  <a:schemeClr val="tx1"/>
                </a:solidFill>
                <a:effectLst/>
                <a:latin typeface="Arial"/>
                <a:ea typeface="Aptos" panose="020B0004020202020204" pitchFamily="34" charset="0"/>
                <a:cs typeface="Arial"/>
              </a:rPr>
              <a:t>MACHINE LEARNING: ADVANCEMENTS AND APPLICATIONS</a:t>
            </a:r>
            <a:endParaRPr lang="en-US" sz="2000">
              <a:solidFill>
                <a:schemeClr val="tx1"/>
              </a:solidFill>
              <a:latin typeface="Arial"/>
              <a:cs typeface="Arial"/>
            </a:endParaRPr>
          </a:p>
        </p:txBody>
      </p:sp>
      <p:sp>
        <p:nvSpPr>
          <p:cNvPr id="3" name="Subtitle 2">
            <a:extLst>
              <a:ext uri="{FF2B5EF4-FFF2-40B4-BE49-F238E27FC236}">
                <a16:creationId xmlns:a16="http://schemas.microsoft.com/office/drawing/2014/main" id="{C5FC5953-5326-2A4B-B611-1BF67D7B2D27}"/>
              </a:ext>
            </a:extLst>
          </p:cNvPr>
          <p:cNvSpPr>
            <a:spLocks noGrp="1"/>
          </p:cNvSpPr>
          <p:nvPr>
            <p:ph type="subTitle" idx="1"/>
          </p:nvPr>
        </p:nvSpPr>
        <p:spPr>
          <a:xfrm>
            <a:off x="524608" y="3523721"/>
            <a:ext cx="8028880" cy="331604"/>
          </a:xfrm>
        </p:spPr>
        <p:txBody>
          <a:bodyPr>
            <a:normAutofit lnSpcReduction="10000"/>
          </a:bodyPr>
          <a:lstStyle/>
          <a:p>
            <a:r>
              <a:rPr lang="en-AU" b="1">
                <a:solidFill>
                  <a:schemeClr val="tx1"/>
                </a:solidFill>
                <a:latin typeface="Arial"/>
                <a:cs typeface="Arial"/>
              </a:rPr>
              <a:t>ASSIGNMENT 3  - GROUP ASSIGNMENT</a:t>
            </a:r>
            <a:endParaRPr lang="en-US" b="1">
              <a:solidFill>
                <a:schemeClr val="tx1"/>
              </a:solidFill>
              <a:latin typeface="Arial"/>
              <a:cs typeface="Arial"/>
            </a:endParaRPr>
          </a:p>
        </p:txBody>
      </p:sp>
      <p:sp>
        <p:nvSpPr>
          <p:cNvPr id="4" name="Text Placeholder 3">
            <a:extLst>
              <a:ext uri="{FF2B5EF4-FFF2-40B4-BE49-F238E27FC236}">
                <a16:creationId xmlns:a16="http://schemas.microsoft.com/office/drawing/2014/main" id="{41234D5A-8634-C144-9744-4C3A3E1BDA39}"/>
              </a:ext>
            </a:extLst>
          </p:cNvPr>
          <p:cNvSpPr>
            <a:spLocks noGrp="1"/>
          </p:cNvSpPr>
          <p:nvPr>
            <p:ph type="body" sz="quarter" idx="10"/>
          </p:nvPr>
        </p:nvSpPr>
        <p:spPr>
          <a:xfrm>
            <a:off x="2948553" y="3872760"/>
            <a:ext cx="6858000" cy="223295"/>
          </a:xfrm>
        </p:spPr>
        <p:txBody>
          <a:bodyPr vert="horz" lIns="91440" tIns="45720" rIns="91440" bIns="45720" rtlCol="0" anchor="t">
            <a:noAutofit/>
          </a:bodyPr>
          <a:lstStyle/>
          <a:p>
            <a:pPr marL="0" marR="0" indent="-57150" algn="l">
              <a:lnSpc>
                <a:spcPct val="107000"/>
              </a:lnSpc>
              <a:spcBef>
                <a:spcPts val="0"/>
              </a:spcBef>
              <a:buNone/>
            </a:pPr>
            <a:endParaRPr lang="en-AU" sz="1300" b="1" spc="-5" dirty="0">
              <a:solidFill>
                <a:schemeClr val="tx1"/>
              </a:solidFill>
              <a:latin typeface="Arial"/>
              <a:cs typeface="Arial"/>
            </a:endParaRPr>
          </a:p>
        </p:txBody>
      </p:sp>
    </p:spTree>
    <p:extLst>
      <p:ext uri="{BB962C8B-B14F-4D97-AF65-F5344CB8AC3E}">
        <p14:creationId xmlns:p14="http://schemas.microsoft.com/office/powerpoint/2010/main" val="3233259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7777083" y="4254299"/>
            <a:ext cx="1366918" cy="889201"/>
          </a:xfrm>
          <a:prstGeom prst="rect">
            <a:avLst/>
          </a:prstGeom>
        </p:spPr>
      </p:pic>
      <p:sp>
        <p:nvSpPr>
          <p:cNvPr id="4" name="object 4"/>
          <p:cNvSpPr txBox="1">
            <a:spLocks noGrp="1"/>
          </p:cNvSpPr>
          <p:nvPr>
            <p:ph type="title"/>
          </p:nvPr>
        </p:nvSpPr>
        <p:spPr>
          <a:xfrm>
            <a:off x="747919" y="109799"/>
            <a:ext cx="7886700" cy="907170"/>
          </a:xfrm>
          <a:prstGeom prst="rect">
            <a:avLst/>
          </a:prstGeom>
        </p:spPr>
        <p:txBody>
          <a:bodyPr vert="horz" wrap="square" lIns="0" tIns="281177" rIns="0" bIns="0" rtlCol="0" anchor="ctr">
            <a:spAutoFit/>
          </a:bodyPr>
          <a:lstStyle/>
          <a:p>
            <a:pPr marL="2482215">
              <a:lnSpc>
                <a:spcPct val="100000"/>
              </a:lnSpc>
              <a:spcBef>
                <a:spcPts val="79"/>
              </a:spcBef>
            </a:pPr>
            <a:r>
              <a:rPr sz="4050" spc="-8"/>
              <a:t>OUTLINE</a:t>
            </a:r>
            <a:endParaRPr sz="4050"/>
          </a:p>
        </p:txBody>
      </p:sp>
      <p:sp>
        <p:nvSpPr>
          <p:cNvPr id="5" name="object 5"/>
          <p:cNvSpPr txBox="1"/>
          <p:nvPr/>
        </p:nvSpPr>
        <p:spPr>
          <a:xfrm>
            <a:off x="417692" y="1125559"/>
            <a:ext cx="8308615" cy="3710631"/>
          </a:xfrm>
          <a:prstGeom prst="rect">
            <a:avLst/>
          </a:prstGeom>
        </p:spPr>
        <p:txBody>
          <a:bodyPr vert="horz" wrap="square" lIns="0" tIns="9525" rIns="0" bIns="0" rtlCol="0">
            <a:spAutoFit/>
          </a:bodyPr>
          <a:lstStyle/>
          <a:p>
            <a:pPr marL="311944" indent="-302419">
              <a:lnSpc>
                <a:spcPct val="150000"/>
              </a:lnSpc>
              <a:spcBef>
                <a:spcPts val="75"/>
              </a:spcBef>
              <a:buAutoNum type="romanUcPeriod"/>
              <a:tabLst>
                <a:tab pos="311944" algn="l"/>
              </a:tabLst>
            </a:pPr>
            <a:r>
              <a:rPr lang="en-US" spc="-15">
                <a:latin typeface="Arial" panose="020B0604020202020204" pitchFamily="34" charset="0"/>
                <a:cs typeface="Arial" panose="020B0604020202020204" pitchFamily="34" charset="0"/>
              </a:rPr>
              <a:t>INTRODUCTION</a:t>
            </a:r>
          </a:p>
          <a:p>
            <a:pPr marL="311944" indent="-302419">
              <a:lnSpc>
                <a:spcPct val="150000"/>
              </a:lnSpc>
              <a:spcBef>
                <a:spcPts val="75"/>
              </a:spcBef>
              <a:buAutoNum type="romanUcPeriod"/>
              <a:tabLst>
                <a:tab pos="311944" algn="l"/>
              </a:tabLst>
            </a:pPr>
            <a:r>
              <a:rPr lang="en-US" spc="-15">
                <a:latin typeface="Arial" panose="020B0604020202020204" pitchFamily="34" charset="0"/>
                <a:cs typeface="Arial" panose="020B0604020202020204" pitchFamily="34" charset="0"/>
              </a:rPr>
              <a:t>DATASETS</a:t>
            </a:r>
            <a:endParaRPr>
              <a:latin typeface="Arial" panose="020B0604020202020204" pitchFamily="34" charset="0"/>
              <a:cs typeface="Arial" panose="020B0604020202020204" pitchFamily="34" charset="0"/>
            </a:endParaRPr>
          </a:p>
          <a:p>
            <a:pPr marL="311468" indent="-301943">
              <a:lnSpc>
                <a:spcPct val="150000"/>
              </a:lnSpc>
              <a:spcBef>
                <a:spcPts val="4"/>
              </a:spcBef>
              <a:buAutoNum type="romanUcPeriod"/>
              <a:tabLst>
                <a:tab pos="311468" algn="l"/>
              </a:tabLst>
            </a:pPr>
            <a:r>
              <a:rPr lang="en-US">
                <a:latin typeface="Arial" panose="020B0604020202020204" pitchFamily="34" charset="0"/>
                <a:cs typeface="Arial" panose="020B0604020202020204" pitchFamily="34" charset="0"/>
              </a:rPr>
              <a:t>CLUSTERING ALGORITHMS</a:t>
            </a:r>
          </a:p>
          <a:p>
            <a:pPr marL="809625" lvl="1" indent="-342900">
              <a:lnSpc>
                <a:spcPct val="150000"/>
              </a:lnSpc>
              <a:spcBef>
                <a:spcPts val="4"/>
              </a:spcBef>
              <a:buFont typeface="Arial" panose="020B0604020202020204" pitchFamily="34" charset="0"/>
              <a:buChar char="•"/>
              <a:tabLst>
                <a:tab pos="311468" algn="l"/>
              </a:tabLst>
            </a:pPr>
            <a:r>
              <a:rPr lang="en-US">
                <a:latin typeface="Arial" panose="020B0604020202020204" pitchFamily="34" charset="0"/>
                <a:cs typeface="Arial" panose="020B0604020202020204" pitchFamily="34" charset="0"/>
              </a:rPr>
              <a:t>K-Means</a:t>
            </a:r>
          </a:p>
          <a:p>
            <a:pPr marL="809625" lvl="1" indent="-342900">
              <a:lnSpc>
                <a:spcPct val="150000"/>
              </a:lnSpc>
              <a:spcBef>
                <a:spcPts val="4"/>
              </a:spcBef>
              <a:buFont typeface="Arial" panose="020B0604020202020204" pitchFamily="34" charset="0"/>
              <a:buChar char="•"/>
              <a:tabLst>
                <a:tab pos="311468" algn="l"/>
              </a:tabLst>
            </a:pPr>
            <a:r>
              <a:rPr lang="en-US">
                <a:latin typeface="Arial" panose="020B0604020202020204" pitchFamily="34" charset="0"/>
                <a:cs typeface="Arial" panose="020B0604020202020204" pitchFamily="34" charset="0"/>
              </a:rPr>
              <a:t>Hierarchical</a:t>
            </a:r>
          </a:p>
          <a:p>
            <a:pPr marL="408623" indent="-399098">
              <a:lnSpc>
                <a:spcPct val="150000"/>
              </a:lnSpc>
              <a:spcBef>
                <a:spcPts val="4"/>
              </a:spcBef>
              <a:buAutoNum type="romanUcPeriod"/>
              <a:tabLst>
                <a:tab pos="408623" algn="l"/>
              </a:tabLst>
            </a:pPr>
            <a:r>
              <a:rPr lang="en-US">
                <a:latin typeface="Arial" panose="020B0604020202020204" pitchFamily="34" charset="0"/>
                <a:cs typeface="Arial" panose="020B0604020202020204" pitchFamily="34" charset="0"/>
              </a:rPr>
              <a:t>CLASSIFICATION ALGORITHMS</a:t>
            </a:r>
          </a:p>
          <a:p>
            <a:pPr marL="865823" lvl="1" indent="-399098">
              <a:lnSpc>
                <a:spcPct val="150000"/>
              </a:lnSpc>
              <a:spcBef>
                <a:spcPts val="4"/>
              </a:spcBef>
              <a:buFont typeface="Arial" panose="020B0604020202020204" pitchFamily="34" charset="0"/>
              <a:buChar char="•"/>
              <a:tabLst>
                <a:tab pos="408623" algn="l"/>
              </a:tabLst>
            </a:pPr>
            <a:r>
              <a:rPr lang="en-US" kern="100">
                <a:effectLst/>
                <a:latin typeface="Arial" panose="020B0604020202020204" pitchFamily="34" charset="0"/>
                <a:ea typeface="Aptos" panose="020B0004020202020204" pitchFamily="34" charset="0"/>
                <a:cs typeface="Arial" panose="020B0604020202020204" pitchFamily="34" charset="0"/>
              </a:rPr>
              <a:t>Logistic Regression</a:t>
            </a:r>
          </a:p>
          <a:p>
            <a:pPr marL="865823" lvl="1" indent="-399098">
              <a:lnSpc>
                <a:spcPct val="150000"/>
              </a:lnSpc>
              <a:spcBef>
                <a:spcPts val="4"/>
              </a:spcBef>
              <a:buFont typeface="Arial" panose="020B0604020202020204" pitchFamily="34" charset="0"/>
              <a:buChar char="•"/>
              <a:tabLst>
                <a:tab pos="408623" algn="l"/>
              </a:tabLst>
            </a:pPr>
            <a:r>
              <a:rPr lang="en-US" kern="100">
                <a:effectLst/>
                <a:latin typeface="Arial" panose="020B0604020202020204" pitchFamily="34" charset="0"/>
                <a:ea typeface="Aptos" panose="020B0004020202020204" pitchFamily="34" charset="0"/>
                <a:cs typeface="Arial" panose="020B0604020202020204" pitchFamily="34" charset="0"/>
              </a:rPr>
              <a:t>Random Forest</a:t>
            </a:r>
            <a:endParaRPr lang="en-US">
              <a:latin typeface="Arial" panose="020B0604020202020204" pitchFamily="34" charset="0"/>
              <a:cs typeface="Arial" panose="020B0604020202020204" pitchFamily="34" charset="0"/>
            </a:endParaRPr>
          </a:p>
          <a:p>
            <a:pPr marL="414814" indent="-405289">
              <a:lnSpc>
                <a:spcPct val="150000"/>
              </a:lnSpc>
              <a:spcBef>
                <a:spcPts val="4"/>
              </a:spcBef>
              <a:buAutoNum type="romanUcPeriod"/>
              <a:tabLst>
                <a:tab pos="414814" algn="l"/>
              </a:tabLst>
            </a:pPr>
            <a:r>
              <a:rPr spc="-8">
                <a:latin typeface="Arial" panose="020B0604020202020204" pitchFamily="34" charset="0"/>
                <a:cs typeface="Arial" panose="020B0604020202020204" pitchFamily="34" charset="0"/>
              </a:rPr>
              <a:t>CONCLUSION</a:t>
            </a:r>
            <a:endParaRPr>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410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5AD06F-C356-6B42-8DE5-797F23394C55}"/>
              </a:ext>
            </a:extLst>
          </p:cNvPr>
          <p:cNvSpPr>
            <a:spLocks noGrp="1"/>
          </p:cNvSpPr>
          <p:nvPr>
            <p:ph sz="half" idx="13"/>
          </p:nvPr>
        </p:nvSpPr>
        <p:spPr>
          <a:xfrm>
            <a:off x="402571" y="1082296"/>
            <a:ext cx="8211620" cy="3398762"/>
          </a:xfrm>
        </p:spPr>
        <p:txBody>
          <a:bodyPr>
            <a:normAutofit fontScale="92500" lnSpcReduction="20000"/>
          </a:bodyPr>
          <a:lstStyle/>
          <a:p>
            <a:pPr marL="0" marR="0" indent="0" algn="just">
              <a:lnSpc>
                <a:spcPct val="150000"/>
              </a:lnSpc>
              <a:spcAft>
                <a:spcPts val="800"/>
              </a:spcAft>
              <a:buNone/>
            </a:pPr>
            <a:r>
              <a:rPr lang="en-GB" sz="1800" kern="100">
                <a:effectLst/>
                <a:latin typeface="Arial" panose="020B0604020202020204" pitchFamily="34" charset="0"/>
                <a:ea typeface="Aptos" panose="020B0004020202020204" pitchFamily="34" charset="0"/>
                <a:cs typeface="Times New Roman" panose="02020603050405020304" pitchFamily="18" charset="0"/>
              </a:rPr>
              <a:t>This project aimed to apply machine learning techniques to two distinct tasks involving real-world datasets. The first task focused on clustering individuals based on their hobbies and interests using unsupervised learning methods. The second task required the implementation of classification algorithms to predict survival outcomes in the Titanic shipwreck scenario, a classic supervised learning problem. These tasks provided hands-on experience with end-to-end data science workflows, including data preprocessing, model development, hyperparameter tuning, and evaluation. The primary goal was to demonstrate the ability to select appropriate models, apply them correctly, and interpret the results meaningfully.</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US"/>
          </a:p>
        </p:txBody>
      </p:sp>
      <p:sp>
        <p:nvSpPr>
          <p:cNvPr id="3" name="Slide Number Placeholder 2">
            <a:extLst>
              <a:ext uri="{FF2B5EF4-FFF2-40B4-BE49-F238E27FC236}">
                <a16:creationId xmlns:a16="http://schemas.microsoft.com/office/drawing/2014/main" id="{5E53B158-0EDD-9041-97BA-0CE1BAD91FD9}"/>
              </a:ext>
            </a:extLst>
          </p:cNvPr>
          <p:cNvSpPr>
            <a:spLocks noGrp="1"/>
          </p:cNvSpPr>
          <p:nvPr>
            <p:ph type="sldNum" sz="quarter" idx="12"/>
          </p:nvPr>
        </p:nvSpPr>
        <p:spPr/>
        <p:txBody>
          <a:bodyPr/>
          <a:lstStyle/>
          <a:p>
            <a:fld id="{6AA10EC0-CC52-A246-A2C3-81389B6F8C64}" type="slidenum">
              <a:rPr lang="en-US" smtClean="0"/>
              <a:pPr/>
              <a:t>3</a:t>
            </a:fld>
            <a:endParaRPr lang="en-US"/>
          </a:p>
        </p:txBody>
      </p:sp>
      <p:sp>
        <p:nvSpPr>
          <p:cNvPr id="5" name="object 2">
            <a:extLst>
              <a:ext uri="{FF2B5EF4-FFF2-40B4-BE49-F238E27FC236}">
                <a16:creationId xmlns:a16="http://schemas.microsoft.com/office/drawing/2014/main" id="{20A2CD7B-797C-4C34-AA4D-3C899269AD7F}"/>
              </a:ext>
            </a:extLst>
          </p:cNvPr>
          <p:cNvSpPr txBox="1">
            <a:spLocks noGrp="1"/>
          </p:cNvSpPr>
          <p:nvPr>
            <p:ph type="title"/>
          </p:nvPr>
        </p:nvSpPr>
        <p:spPr>
          <a:xfrm>
            <a:off x="827762" y="250021"/>
            <a:ext cx="7361238" cy="470513"/>
          </a:xfrm>
          <a:prstGeom prst="rect">
            <a:avLst/>
          </a:prstGeom>
        </p:spPr>
        <p:txBody>
          <a:bodyPr vert="horz" wrap="square" lIns="0" tIns="13335" rIns="0" bIns="0" rtlCol="0">
            <a:spAutoFit/>
          </a:bodyPr>
          <a:lstStyle/>
          <a:p>
            <a:pPr algn="ctr"/>
            <a:r>
              <a:rPr lang="en-AU">
                <a:solidFill>
                  <a:schemeClr val="tx1"/>
                </a:solidFill>
              </a:rPr>
              <a:t>I. INTRODUCTION</a:t>
            </a:r>
            <a:endParaRPr lang="en-AU">
              <a:solidFill>
                <a:schemeClr val="tx1"/>
              </a:solidFill>
              <a:effectLst/>
            </a:endParaRPr>
          </a:p>
        </p:txBody>
      </p:sp>
    </p:spTree>
    <p:extLst>
      <p:ext uri="{BB962C8B-B14F-4D97-AF65-F5344CB8AC3E}">
        <p14:creationId xmlns:p14="http://schemas.microsoft.com/office/powerpoint/2010/main" val="1843698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C8C951FD-0BBB-F9AD-45F5-2637B0353DEF}"/>
              </a:ext>
            </a:extLst>
          </p:cNvPr>
          <p:cNvSpPr>
            <a:spLocks noGrp="1"/>
          </p:cNvSpPr>
          <p:nvPr>
            <p:ph sz="half" idx="13"/>
          </p:nvPr>
        </p:nvSpPr>
        <p:spPr>
          <a:xfrm>
            <a:off x="402571" y="1265176"/>
            <a:ext cx="8211620" cy="3398762"/>
          </a:xfrm>
        </p:spPr>
        <p:txBody>
          <a:bodyPr vert="horz" lIns="90000" tIns="45720" rIns="91440" bIns="45720" rtlCol="0" anchor="t">
            <a:normAutofit fontScale="92500" lnSpcReduction="20000"/>
          </a:bodyPr>
          <a:lstStyle/>
          <a:p>
            <a:pPr marL="269875" indent="-269875" algn="just">
              <a:buNone/>
            </a:pPr>
            <a:r>
              <a:rPr lang="en-GB" sz="1800">
                <a:latin typeface="Arial"/>
                <a:cs typeface="Arial"/>
              </a:rPr>
              <a:t>Task 1: kaggle_Interests_group.csv (Clustering)</a:t>
            </a:r>
            <a:endParaRPr lang="en-US" sz="1800">
              <a:latin typeface="Arial"/>
              <a:cs typeface="Arial"/>
            </a:endParaRPr>
          </a:p>
          <a:p>
            <a:pPr marL="269875" indent="-269875" algn="just">
              <a:buFont typeface="Arial"/>
              <a:buChar char="•"/>
            </a:pPr>
            <a:r>
              <a:rPr lang="en-GB" sz="1800" kern="100">
                <a:latin typeface="Arial"/>
                <a:ea typeface="+mj-lt"/>
                <a:cs typeface="+mj-lt"/>
              </a:rPr>
              <a:t>6340</a:t>
            </a:r>
            <a:r>
              <a:rPr lang="en-GB" sz="1800" kern="100">
                <a:effectLst/>
                <a:latin typeface="Arial"/>
                <a:ea typeface="+mj-lt"/>
                <a:cs typeface="+mj-lt"/>
              </a:rPr>
              <a:t> individuals </a:t>
            </a:r>
            <a:r>
              <a:rPr lang="en-GB" sz="1800" kern="100">
                <a:latin typeface="Arial"/>
                <a:ea typeface="+mj-lt"/>
                <a:cs typeface="+mj-lt"/>
              </a:rPr>
              <a:t>with binary indicators across 217 interest categories (e.g., sports, music, travel).</a:t>
            </a:r>
            <a:endParaRPr lang="en-GB">
              <a:latin typeface="Arial"/>
              <a:cs typeface="Arial"/>
            </a:endParaRPr>
          </a:p>
          <a:p>
            <a:pPr marL="269875" indent="-269875" algn="just">
              <a:buFont typeface="Arial"/>
              <a:buChar char="•"/>
            </a:pPr>
            <a:r>
              <a:rPr lang="en-GB" sz="1800" kern="100" err="1">
                <a:latin typeface="Arial"/>
                <a:ea typeface="+mj-lt"/>
                <a:cs typeface="+mj-lt"/>
              </a:rPr>
              <a:t>Unlabeled</a:t>
            </a:r>
            <a:r>
              <a:rPr lang="en-GB" sz="1800" kern="100">
                <a:latin typeface="Arial"/>
                <a:ea typeface="+mj-lt"/>
                <a:cs typeface="+mj-lt"/>
              </a:rPr>
              <a:t> data, suitable for unsupervised clustering.</a:t>
            </a:r>
            <a:endParaRPr lang="en-GB">
              <a:latin typeface="Arial"/>
              <a:cs typeface="Arial"/>
            </a:endParaRPr>
          </a:p>
          <a:p>
            <a:pPr marL="269875" indent="-269875" algn="just">
              <a:buFont typeface="Arial"/>
              <a:buChar char="•"/>
            </a:pPr>
            <a:r>
              <a:rPr lang="en-GB" sz="1800" kern="100">
                <a:latin typeface="Arial"/>
                <a:ea typeface="+mj-lt"/>
                <a:cs typeface="+mj-lt"/>
              </a:rPr>
              <a:t>Goal: Identify natural groupings </a:t>
            </a:r>
            <a:r>
              <a:rPr lang="en-GB" sz="1800" kern="100">
                <a:effectLst/>
                <a:latin typeface="Arial"/>
                <a:ea typeface="+mj-lt"/>
                <a:cs typeface="+mj-lt"/>
              </a:rPr>
              <a:t>based on </a:t>
            </a:r>
            <a:r>
              <a:rPr lang="en-GB" sz="1800" kern="100">
                <a:latin typeface="Arial"/>
                <a:ea typeface="+mj-lt"/>
                <a:cs typeface="+mj-lt"/>
              </a:rPr>
              <a:t>shared </a:t>
            </a:r>
            <a:r>
              <a:rPr lang="en-GB" sz="1800" kern="100">
                <a:effectLst/>
                <a:latin typeface="Arial"/>
                <a:ea typeface="+mj-lt"/>
                <a:cs typeface="+mj-lt"/>
              </a:rPr>
              <a:t>interests using </a:t>
            </a:r>
            <a:r>
              <a:rPr lang="en-GB" sz="1800" kern="100">
                <a:latin typeface="Arial"/>
                <a:ea typeface="+mj-lt"/>
                <a:cs typeface="+mj-lt"/>
              </a:rPr>
              <a:t>K-Means and Hierarchical Clustering</a:t>
            </a:r>
            <a:r>
              <a:rPr lang="en-GB" sz="1800" kern="100">
                <a:effectLst/>
                <a:latin typeface="Arial"/>
                <a:ea typeface="+mj-lt"/>
                <a:cs typeface="+mj-lt"/>
              </a:rPr>
              <a:t>.</a:t>
            </a:r>
            <a:endParaRPr lang="en-GB">
              <a:latin typeface="Arial"/>
              <a:ea typeface="Calibri Light" panose="020F0302020204030204"/>
              <a:cs typeface="Calibri Light" panose="020F0302020204030204"/>
            </a:endParaRPr>
          </a:p>
          <a:p>
            <a:pPr marL="0" indent="0" algn="just">
              <a:buNone/>
            </a:pPr>
            <a:r>
              <a:rPr lang="en-GB" sz="1800">
                <a:latin typeface="Arial"/>
                <a:cs typeface="Arial"/>
              </a:rPr>
              <a:t>Task 2: Titanic – Machine Learning from Disaster (Classification)</a:t>
            </a:r>
            <a:endParaRPr lang="en-GB" sz="1800">
              <a:latin typeface="Arial"/>
              <a:ea typeface="Calibri Light" panose="020F0302020204030204"/>
              <a:cs typeface="Calibri Light" panose="020F0302020204030204"/>
            </a:endParaRPr>
          </a:p>
          <a:p>
            <a:pPr marL="269875" indent="-269875" algn="just">
              <a:buFont typeface="Arial"/>
              <a:buChar char="•"/>
            </a:pPr>
            <a:r>
              <a:rPr lang="en-GB" sz="1800" kern="100">
                <a:latin typeface="Arial"/>
                <a:ea typeface="+mj-lt"/>
                <a:cs typeface="+mj-lt"/>
              </a:rPr>
              <a:t>train</a:t>
            </a:r>
            <a:r>
              <a:rPr lang="en-GB" sz="1800" kern="100">
                <a:effectLst/>
                <a:latin typeface="Arial"/>
                <a:ea typeface="+mj-lt"/>
                <a:cs typeface="+mj-lt"/>
              </a:rPr>
              <a:t>.</a:t>
            </a:r>
            <a:r>
              <a:rPr lang="en-GB" sz="1800" kern="100">
                <a:latin typeface="Arial"/>
                <a:ea typeface="+mj-lt"/>
                <a:cs typeface="+mj-lt"/>
              </a:rPr>
              <a:t>csv: 891 passengers</a:t>
            </a:r>
            <a:r>
              <a:rPr lang="en-GB" sz="1800" kern="100">
                <a:effectLst/>
                <a:latin typeface="Arial"/>
                <a:ea typeface="+mj-lt"/>
                <a:cs typeface="+mj-lt"/>
              </a:rPr>
              <a:t> with </a:t>
            </a:r>
            <a:r>
              <a:rPr lang="en-GB" sz="1800" kern="100">
                <a:latin typeface="Arial"/>
                <a:ea typeface="+mj-lt"/>
                <a:cs typeface="+mj-lt"/>
              </a:rPr>
              <a:t>survival labels (0 = did not survive</a:t>
            </a:r>
            <a:r>
              <a:rPr lang="en-GB" sz="1800" kern="100">
                <a:effectLst/>
                <a:latin typeface="Arial"/>
                <a:ea typeface="+mj-lt"/>
                <a:cs typeface="+mj-lt"/>
              </a:rPr>
              <a:t>, </a:t>
            </a:r>
            <a:r>
              <a:rPr lang="en-GB" sz="1800" kern="100">
                <a:latin typeface="Arial"/>
                <a:ea typeface="+mj-lt"/>
                <a:cs typeface="+mj-lt"/>
              </a:rPr>
              <a:t>1 = survived).</a:t>
            </a:r>
            <a:endParaRPr lang="en-GB">
              <a:latin typeface="Arial"/>
              <a:cs typeface="Arial"/>
            </a:endParaRPr>
          </a:p>
          <a:p>
            <a:pPr marL="269875" indent="-269875" algn="just">
              <a:buFont typeface="Arial"/>
              <a:buChar char="•"/>
            </a:pPr>
            <a:r>
              <a:rPr lang="en-GB" sz="1800" kern="100">
                <a:latin typeface="Arial"/>
                <a:ea typeface="+mj-lt"/>
                <a:cs typeface="+mj-lt"/>
              </a:rPr>
              <a:t>test.csv: 418 passengers</a:t>
            </a:r>
            <a:r>
              <a:rPr lang="en-GB" sz="1800" kern="100">
                <a:effectLst/>
                <a:latin typeface="Arial"/>
                <a:ea typeface="+mj-lt"/>
                <a:cs typeface="+mj-lt"/>
              </a:rPr>
              <a:t>, </a:t>
            </a:r>
            <a:r>
              <a:rPr lang="en-GB" sz="1800" kern="100">
                <a:latin typeface="Arial"/>
                <a:ea typeface="+mj-lt"/>
                <a:cs typeface="+mj-lt"/>
              </a:rPr>
              <a:t>used for predictions.</a:t>
            </a:r>
            <a:endParaRPr lang="en-GB">
              <a:latin typeface="Arial"/>
              <a:cs typeface="Arial"/>
            </a:endParaRPr>
          </a:p>
          <a:p>
            <a:pPr marL="269875" indent="-269875" algn="just">
              <a:buFont typeface="Arial"/>
              <a:buChar char="•"/>
            </a:pPr>
            <a:r>
              <a:rPr lang="en-GB" sz="1800" kern="100">
                <a:latin typeface="Arial"/>
                <a:ea typeface="+mj-lt"/>
                <a:cs typeface="+mj-lt"/>
              </a:rPr>
              <a:t>gender_submission.csv: Sample baseline predicting all females survived.</a:t>
            </a:r>
            <a:endParaRPr lang="en-GB">
              <a:latin typeface="Arial"/>
              <a:cs typeface="Arial"/>
            </a:endParaRPr>
          </a:p>
          <a:p>
            <a:pPr marL="269875" indent="-269875" algn="just">
              <a:buFont typeface="Arial"/>
              <a:buChar char="•"/>
            </a:pPr>
            <a:r>
              <a:rPr lang="en-GB" sz="1800" kern="100">
                <a:latin typeface="Arial"/>
                <a:ea typeface="+mj-lt"/>
                <a:cs typeface="+mj-lt"/>
              </a:rPr>
              <a:t>Focus on demographic &amp; ticketing features (Age</a:t>
            </a:r>
            <a:r>
              <a:rPr lang="en-GB" sz="1800" kern="100">
                <a:effectLst/>
                <a:latin typeface="Arial"/>
                <a:ea typeface="+mj-lt"/>
                <a:cs typeface="+mj-lt"/>
              </a:rPr>
              <a:t>, </a:t>
            </a:r>
            <a:r>
              <a:rPr lang="en-GB" sz="1800" kern="100">
                <a:latin typeface="Arial"/>
                <a:ea typeface="+mj-lt"/>
                <a:cs typeface="+mj-lt"/>
              </a:rPr>
              <a:t>Sex</a:t>
            </a:r>
            <a:r>
              <a:rPr lang="en-GB" sz="1800" kern="100">
                <a:effectLst/>
                <a:latin typeface="Arial"/>
                <a:ea typeface="+mj-lt"/>
                <a:cs typeface="+mj-lt"/>
              </a:rPr>
              <a:t>, </a:t>
            </a:r>
            <a:r>
              <a:rPr lang="en-GB" sz="1800" kern="100" err="1">
                <a:latin typeface="Arial"/>
                <a:ea typeface="+mj-lt"/>
                <a:cs typeface="+mj-lt"/>
              </a:rPr>
              <a:t>Pclass</a:t>
            </a:r>
            <a:r>
              <a:rPr lang="en-GB" sz="1800" kern="100">
                <a:effectLst/>
                <a:latin typeface="Arial"/>
                <a:ea typeface="+mj-lt"/>
                <a:cs typeface="+mj-lt"/>
              </a:rPr>
              <a:t>, </a:t>
            </a:r>
            <a:r>
              <a:rPr lang="en-GB" sz="1800" kern="100">
                <a:latin typeface="Arial"/>
                <a:ea typeface="+mj-lt"/>
                <a:cs typeface="+mj-lt"/>
              </a:rPr>
              <a:t>Fare</a:t>
            </a:r>
            <a:r>
              <a:rPr lang="en-GB" sz="1800" kern="100">
                <a:effectLst/>
                <a:latin typeface="Arial"/>
                <a:ea typeface="+mj-lt"/>
                <a:cs typeface="+mj-lt"/>
              </a:rPr>
              <a:t>, </a:t>
            </a:r>
            <a:r>
              <a:rPr lang="en-GB" sz="1800" kern="100">
                <a:latin typeface="Arial"/>
                <a:ea typeface="+mj-lt"/>
                <a:cs typeface="+mj-lt"/>
              </a:rPr>
              <a:t>Embarked).</a:t>
            </a:r>
            <a:endParaRPr lang="en-US">
              <a:latin typeface="Arial"/>
              <a:cs typeface="Arial"/>
            </a:endParaRPr>
          </a:p>
          <a:p>
            <a:pPr marL="0" indent="0" algn="just">
              <a:lnSpc>
                <a:spcPct val="150000"/>
              </a:lnSpc>
              <a:spcAft>
                <a:spcPts val="800"/>
              </a:spcAft>
              <a:buNone/>
            </a:pPr>
            <a:endParaRPr lang="en-GB" sz="1800" kern="100">
              <a:latin typeface="Arial"/>
              <a:cs typeface="Times New Roman"/>
            </a:endParaRPr>
          </a:p>
        </p:txBody>
      </p:sp>
      <p:sp>
        <p:nvSpPr>
          <p:cNvPr id="3" name="Slide Number Placeholder 2">
            <a:extLst>
              <a:ext uri="{FF2B5EF4-FFF2-40B4-BE49-F238E27FC236}">
                <a16:creationId xmlns:a16="http://schemas.microsoft.com/office/drawing/2014/main" id="{CEC9BF1D-AD30-429A-852A-43921373B8C2}"/>
              </a:ext>
            </a:extLst>
          </p:cNvPr>
          <p:cNvSpPr>
            <a:spLocks noGrp="1"/>
          </p:cNvSpPr>
          <p:nvPr>
            <p:ph type="sldNum" sz="quarter" idx="12"/>
          </p:nvPr>
        </p:nvSpPr>
        <p:spPr/>
        <p:txBody>
          <a:bodyPr/>
          <a:lstStyle/>
          <a:p>
            <a:fld id="{6AA10EC0-CC52-A246-A2C3-81389B6F8C64}" type="slidenum">
              <a:rPr lang="en-US" smtClean="0"/>
              <a:pPr/>
              <a:t>4</a:t>
            </a:fld>
            <a:endParaRPr lang="en-US"/>
          </a:p>
        </p:txBody>
      </p:sp>
      <p:sp>
        <p:nvSpPr>
          <p:cNvPr id="4" name="Title 3">
            <a:extLst>
              <a:ext uri="{FF2B5EF4-FFF2-40B4-BE49-F238E27FC236}">
                <a16:creationId xmlns:a16="http://schemas.microsoft.com/office/drawing/2014/main" id="{95799881-2E13-45DD-BAF7-4D34444EFA75}"/>
              </a:ext>
            </a:extLst>
          </p:cNvPr>
          <p:cNvSpPr>
            <a:spLocks noGrp="1"/>
          </p:cNvSpPr>
          <p:nvPr>
            <p:ph type="title"/>
          </p:nvPr>
        </p:nvSpPr>
        <p:spPr/>
        <p:txBody>
          <a:bodyPr>
            <a:normAutofit/>
          </a:bodyPr>
          <a:lstStyle/>
          <a:p>
            <a:pPr algn="ctr"/>
            <a:r>
              <a:rPr lang="en-US">
                <a:solidFill>
                  <a:schemeClr val="tx1"/>
                </a:solidFill>
              </a:rPr>
              <a:t>II. DATASETS DESCRIPTION</a:t>
            </a:r>
            <a:endParaRPr lang="en-AU">
              <a:solidFill>
                <a:schemeClr val="tx1"/>
              </a:solidFill>
            </a:endParaRPr>
          </a:p>
        </p:txBody>
      </p:sp>
    </p:spTree>
    <p:extLst>
      <p:ext uri="{BB962C8B-B14F-4D97-AF65-F5344CB8AC3E}">
        <p14:creationId xmlns:p14="http://schemas.microsoft.com/office/powerpoint/2010/main" val="368605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B70F1-B973-9366-88B6-51471CC51552}"/>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02F2CAF0-24E5-4BA3-DF65-54B76AA331D7}"/>
              </a:ext>
            </a:extLst>
          </p:cNvPr>
          <p:cNvSpPr>
            <a:spLocks noGrp="1"/>
          </p:cNvSpPr>
          <p:nvPr>
            <p:ph sz="half" idx="13"/>
          </p:nvPr>
        </p:nvSpPr>
        <p:spPr>
          <a:xfrm>
            <a:off x="402571" y="1287333"/>
            <a:ext cx="7116245" cy="3855377"/>
          </a:xfrm>
        </p:spPr>
        <p:txBody>
          <a:bodyPr vert="horz" lIns="90000" tIns="45720" rIns="91440" bIns="45720" rtlCol="0" anchor="t">
            <a:normAutofit/>
          </a:bodyPr>
          <a:lstStyle/>
          <a:p>
            <a:pPr marL="0" indent="0">
              <a:buNone/>
            </a:pPr>
            <a:r>
              <a:rPr lang="en-GB" sz="1300" kern="100">
                <a:latin typeface="Arial"/>
                <a:ea typeface="+mj-lt"/>
                <a:cs typeface="Calibri Light"/>
              </a:rPr>
              <a:t>Preparing</a:t>
            </a:r>
            <a:r>
              <a:rPr lang="en-GB" sz="1300" kern="100">
                <a:latin typeface="Arial"/>
                <a:ea typeface="+mj-lt"/>
                <a:cs typeface="+mj-lt"/>
              </a:rPr>
              <a:t> the dataset for clustering analysis:</a:t>
            </a:r>
            <a:endParaRPr lang="en-US">
              <a:latin typeface="Arial"/>
            </a:endParaRPr>
          </a:p>
          <a:p>
            <a:pPr marL="269875" indent="-269875">
              <a:buNone/>
            </a:pPr>
            <a:r>
              <a:rPr lang="en-US" sz="1300">
                <a:latin typeface="Arial"/>
                <a:cs typeface="Arial"/>
              </a:rPr>
              <a:t>Training Details:</a:t>
            </a:r>
          </a:p>
          <a:p>
            <a:pPr marL="269875" indent="-269875"/>
            <a:r>
              <a:rPr lang="en-US" sz="1300">
                <a:latin typeface="Arial"/>
                <a:ea typeface="+mj-lt"/>
                <a:cs typeface="+mj-lt"/>
              </a:rPr>
              <a:t>Dataset used: </a:t>
            </a:r>
            <a:r>
              <a:rPr lang="en-US" sz="1300">
                <a:latin typeface="Arial"/>
                <a:cs typeface="Arial"/>
              </a:rPr>
              <a:t>kaggle_Interests_group.csv</a:t>
            </a:r>
            <a:r>
              <a:rPr lang="en-US" sz="1300">
                <a:latin typeface="Arial"/>
                <a:ea typeface="+mj-lt"/>
                <a:cs typeface="+mj-lt"/>
              </a:rPr>
              <a:t> (categorical features about user interests).</a:t>
            </a:r>
            <a:endParaRPr lang="en-US">
              <a:latin typeface="Arial"/>
              <a:cs typeface="Arial"/>
            </a:endParaRPr>
          </a:p>
          <a:p>
            <a:pPr marL="269875" indent="-269875"/>
            <a:r>
              <a:rPr lang="en-US" sz="1300">
                <a:latin typeface="Arial"/>
                <a:ea typeface="+mj-lt"/>
                <a:cs typeface="+mj-lt"/>
              </a:rPr>
              <a:t>Loaded using </a:t>
            </a:r>
            <a:r>
              <a:rPr lang="en-US" sz="1300">
                <a:latin typeface="Arial"/>
                <a:cs typeface="Arial"/>
              </a:rPr>
              <a:t>pandas</a:t>
            </a:r>
            <a:r>
              <a:rPr lang="en-US" sz="1300">
                <a:latin typeface="Arial"/>
                <a:ea typeface="+mj-lt"/>
                <a:cs typeface="+mj-lt"/>
              </a:rPr>
              <a:t> and inspected with </a:t>
            </a:r>
            <a:r>
              <a:rPr lang="en-US" sz="1300">
                <a:latin typeface="Arial"/>
                <a:cs typeface="Arial"/>
              </a:rPr>
              <a:t>.shape</a:t>
            </a:r>
            <a:r>
              <a:rPr lang="en-US" sz="1300">
                <a:latin typeface="Arial"/>
                <a:ea typeface="+mj-lt"/>
                <a:cs typeface="+mj-lt"/>
              </a:rPr>
              <a:t>, </a:t>
            </a:r>
            <a:r>
              <a:rPr lang="en-US" sz="1300">
                <a:latin typeface="Arial"/>
                <a:cs typeface="Arial"/>
              </a:rPr>
              <a:t>.head()</a:t>
            </a:r>
            <a:r>
              <a:rPr lang="en-US" sz="1300">
                <a:latin typeface="Arial"/>
                <a:ea typeface="+mj-lt"/>
                <a:cs typeface="+mj-lt"/>
              </a:rPr>
              <a:t>, </a:t>
            </a:r>
            <a:r>
              <a:rPr lang="en-US" sz="1300">
                <a:latin typeface="Arial"/>
                <a:cs typeface="Arial"/>
              </a:rPr>
              <a:t>.info()</a:t>
            </a:r>
            <a:r>
              <a:rPr lang="en-US" sz="1300">
                <a:latin typeface="Arial"/>
                <a:ea typeface="+mj-lt"/>
                <a:cs typeface="+mj-lt"/>
              </a:rPr>
              <a:t> to understand the structure.</a:t>
            </a:r>
          </a:p>
          <a:p>
            <a:pPr marL="269875" indent="-269875"/>
            <a:r>
              <a:rPr lang="en-US" sz="1300">
                <a:latin typeface="Arial"/>
                <a:ea typeface="+mj-lt"/>
                <a:cs typeface="+mj-lt"/>
              </a:rPr>
              <a:t>Handled missing values:</a:t>
            </a:r>
          </a:p>
          <a:p>
            <a:pPr marL="0" indent="0">
              <a:buNone/>
            </a:pPr>
            <a:r>
              <a:rPr lang="en-US" sz="1300">
                <a:latin typeface="Arial"/>
                <a:ea typeface="Calibri Light" panose="020F0302020204030204"/>
                <a:cs typeface="Calibri Light" panose="020F0302020204030204"/>
              </a:rPr>
              <a:t>   </a:t>
            </a:r>
            <a:r>
              <a:rPr lang="en-US" sz="1300">
                <a:latin typeface="Arial"/>
                <a:ea typeface="+mj-lt"/>
                <a:cs typeface="+mj-lt"/>
              </a:rPr>
              <a:t>+Dropped columns with more than 1000 missing values.</a:t>
            </a:r>
            <a:endParaRPr lang="en-US" sz="1300">
              <a:latin typeface="Arial"/>
              <a:ea typeface="Calibri Light" panose="020F0302020204030204"/>
              <a:cs typeface="Calibri Light" panose="020F0302020204030204"/>
            </a:endParaRPr>
          </a:p>
          <a:p>
            <a:pPr marL="0" indent="0">
              <a:buNone/>
            </a:pPr>
            <a:r>
              <a:rPr lang="en-US" sz="1300">
                <a:latin typeface="Arial"/>
                <a:ea typeface="Calibri Light" panose="020F0302020204030204"/>
                <a:cs typeface="Calibri Light" panose="020F0302020204030204"/>
              </a:rPr>
              <a:t>   +</a:t>
            </a:r>
            <a:r>
              <a:rPr lang="en-US" sz="1300">
                <a:latin typeface="Arial"/>
                <a:ea typeface="+mj-lt"/>
                <a:cs typeface="+mj-lt"/>
              </a:rPr>
              <a:t>Filled remaining missing values with the median (excluding the "group" column).</a:t>
            </a:r>
            <a:endParaRPr lang="en-US" sz="1300">
              <a:latin typeface="Arial"/>
              <a:ea typeface="Calibri Light"/>
              <a:cs typeface="Calibri Light"/>
            </a:endParaRPr>
          </a:p>
          <a:p>
            <a:pPr marL="269875" indent="-269875">
              <a:buFont typeface="Arial"/>
              <a:buChar char="•"/>
            </a:pPr>
            <a:r>
              <a:rPr lang="en-US" sz="1300">
                <a:latin typeface="Arial"/>
                <a:ea typeface="+mj-lt"/>
                <a:cs typeface="+mj-lt"/>
              </a:rPr>
              <a:t>Encoded the "group" column using </a:t>
            </a:r>
            <a:r>
              <a:rPr lang="en-US" sz="1300" err="1">
                <a:latin typeface="Arial"/>
                <a:cs typeface="Arial"/>
              </a:rPr>
              <a:t>LabelEncoder</a:t>
            </a:r>
            <a:r>
              <a:rPr lang="en-US" sz="1300">
                <a:latin typeface="Arial"/>
                <a:ea typeface="+mj-lt"/>
                <a:cs typeface="+mj-lt"/>
              </a:rPr>
              <a:t>.</a:t>
            </a:r>
            <a:endParaRPr lang="en-US">
              <a:latin typeface="Arial"/>
              <a:cs typeface="Arial"/>
            </a:endParaRPr>
          </a:p>
          <a:p>
            <a:pPr marL="269875" indent="-269875">
              <a:buFont typeface="Arial"/>
            </a:pPr>
            <a:r>
              <a:rPr lang="en-US" sz="1300">
                <a:latin typeface="Arial"/>
                <a:ea typeface="+mj-lt"/>
                <a:cs typeface="+mj-lt"/>
              </a:rPr>
              <a:t>Computed and visualized a correlation matrix (heatmap) to identify feature relationships.</a:t>
            </a:r>
            <a:endParaRPr lang="en-US">
              <a:latin typeface="Arial"/>
              <a:cs typeface="Arial"/>
            </a:endParaRPr>
          </a:p>
          <a:p>
            <a:pPr marL="269875" indent="-269875">
              <a:buFont typeface="Arial"/>
            </a:pPr>
            <a:r>
              <a:rPr lang="en-US" sz="1300">
                <a:latin typeface="Arial"/>
                <a:ea typeface="+mj-lt"/>
                <a:cs typeface="+mj-lt"/>
              </a:rPr>
              <a:t>Selected 3 key features for analysis: </a:t>
            </a:r>
            <a:r>
              <a:rPr lang="en-US" sz="1300">
                <a:latin typeface="Arial"/>
                <a:cs typeface="Arial"/>
              </a:rPr>
              <a:t>group</a:t>
            </a:r>
            <a:r>
              <a:rPr lang="en-US" sz="1300">
                <a:latin typeface="Arial"/>
                <a:ea typeface="+mj-lt"/>
                <a:cs typeface="+mj-lt"/>
              </a:rPr>
              <a:t>, </a:t>
            </a:r>
            <a:r>
              <a:rPr lang="en-US" sz="1300" err="1">
                <a:latin typeface="Arial"/>
                <a:cs typeface="Arial"/>
              </a:rPr>
              <a:t>grand_tot_interests</a:t>
            </a:r>
            <a:r>
              <a:rPr lang="en-US" sz="1300">
                <a:latin typeface="Arial"/>
                <a:ea typeface="+mj-lt"/>
                <a:cs typeface="+mj-lt"/>
              </a:rPr>
              <a:t>, </a:t>
            </a:r>
            <a:r>
              <a:rPr lang="en-US" sz="1300">
                <a:latin typeface="Arial"/>
                <a:cs typeface="Arial"/>
              </a:rPr>
              <a:t>interest47</a:t>
            </a:r>
            <a:r>
              <a:rPr lang="en-US" sz="1300">
                <a:latin typeface="Arial"/>
                <a:ea typeface="+mj-lt"/>
                <a:cs typeface="+mj-lt"/>
              </a:rPr>
              <a:t>.</a:t>
            </a:r>
            <a:endParaRPr lang="en-US">
              <a:latin typeface="Arial"/>
              <a:cs typeface="Arial"/>
            </a:endParaRPr>
          </a:p>
          <a:p>
            <a:pPr marL="269875" indent="-269875">
              <a:buFont typeface="Arial"/>
            </a:pPr>
            <a:r>
              <a:rPr lang="en-US" sz="1300">
                <a:latin typeface="Arial"/>
                <a:ea typeface="+mj-lt"/>
                <a:cs typeface="+mj-lt"/>
              </a:rPr>
              <a:t>Applied </a:t>
            </a:r>
            <a:r>
              <a:rPr lang="en-US" sz="1300" err="1">
                <a:latin typeface="Arial"/>
                <a:cs typeface="Arial"/>
              </a:rPr>
              <a:t>MinMaxScaler</a:t>
            </a:r>
            <a:r>
              <a:rPr lang="en-US" sz="1300">
                <a:latin typeface="Arial"/>
                <a:ea typeface="+mj-lt"/>
                <a:cs typeface="+mj-lt"/>
              </a:rPr>
              <a:t> to normalize </a:t>
            </a:r>
            <a:r>
              <a:rPr lang="en-US" sz="1300" err="1">
                <a:latin typeface="Arial"/>
                <a:cs typeface="Arial"/>
              </a:rPr>
              <a:t>grand_tot_interests</a:t>
            </a:r>
            <a:r>
              <a:rPr lang="en-US" sz="1300">
                <a:latin typeface="Arial"/>
                <a:ea typeface="+mj-lt"/>
                <a:cs typeface="+mj-lt"/>
              </a:rPr>
              <a:t>, then standardized all features with </a:t>
            </a:r>
            <a:r>
              <a:rPr lang="en-US" sz="1300" err="1">
                <a:latin typeface="Arial"/>
                <a:cs typeface="Arial"/>
              </a:rPr>
              <a:t>StandardScaler</a:t>
            </a:r>
            <a:r>
              <a:rPr lang="en-US" sz="1300">
                <a:latin typeface="Arial"/>
                <a:ea typeface="+mj-lt"/>
                <a:cs typeface="+mj-lt"/>
              </a:rPr>
              <a:t>.</a:t>
            </a:r>
            <a:endParaRPr lang="en-US">
              <a:latin typeface="Arial"/>
            </a:endParaRPr>
          </a:p>
          <a:p>
            <a:pPr marL="0" indent="0">
              <a:buNone/>
            </a:pPr>
            <a:endParaRPr lang="en-US" sz="1300">
              <a:latin typeface="Arial"/>
              <a:cs typeface="Arial"/>
            </a:endParaRPr>
          </a:p>
          <a:p>
            <a:pPr marL="0" indent="0">
              <a:buNone/>
            </a:pPr>
            <a:endParaRPr lang="en-GB" sz="1300" kern="100">
              <a:latin typeface="Arial"/>
              <a:cs typeface="Times New Roman"/>
            </a:endParaRPr>
          </a:p>
        </p:txBody>
      </p:sp>
      <p:sp>
        <p:nvSpPr>
          <p:cNvPr id="3" name="Slide Number Placeholder 2">
            <a:extLst>
              <a:ext uri="{FF2B5EF4-FFF2-40B4-BE49-F238E27FC236}">
                <a16:creationId xmlns:a16="http://schemas.microsoft.com/office/drawing/2014/main" id="{C8A74B3B-B3E0-0B22-E189-5B1307570B31}"/>
              </a:ext>
            </a:extLst>
          </p:cNvPr>
          <p:cNvSpPr>
            <a:spLocks noGrp="1"/>
          </p:cNvSpPr>
          <p:nvPr>
            <p:ph type="sldNum" sz="quarter" idx="12"/>
          </p:nvPr>
        </p:nvSpPr>
        <p:spPr/>
        <p:txBody>
          <a:bodyPr/>
          <a:lstStyle/>
          <a:p>
            <a:fld id="{6AA10EC0-CC52-A246-A2C3-81389B6F8C64}" type="slidenum">
              <a:rPr lang="en-US" smtClean="0"/>
              <a:pPr/>
              <a:t>5</a:t>
            </a:fld>
            <a:endParaRPr lang="en-US"/>
          </a:p>
        </p:txBody>
      </p:sp>
      <p:sp>
        <p:nvSpPr>
          <p:cNvPr id="4" name="Title 3">
            <a:extLst>
              <a:ext uri="{FF2B5EF4-FFF2-40B4-BE49-F238E27FC236}">
                <a16:creationId xmlns:a16="http://schemas.microsoft.com/office/drawing/2014/main" id="{534A58D9-F20C-4EE4-5310-65BF28AE4244}"/>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III. CLUSTERING ALGORITHMS</a:t>
            </a:r>
          </a:p>
        </p:txBody>
      </p:sp>
      <p:sp>
        <p:nvSpPr>
          <p:cNvPr id="2" name="Title 3">
            <a:extLst>
              <a:ext uri="{FF2B5EF4-FFF2-40B4-BE49-F238E27FC236}">
                <a16:creationId xmlns:a16="http://schemas.microsoft.com/office/drawing/2014/main" id="{2B792FF3-E3A1-0A2F-A84D-B3E170FC8F6A}"/>
              </a:ext>
            </a:extLst>
          </p:cNvPr>
          <p:cNvSpPr txBox="1">
            <a:spLocks/>
          </p:cNvSpPr>
          <p:nvPr/>
        </p:nvSpPr>
        <p:spPr>
          <a:xfrm>
            <a:off x="-1231047" y="497258"/>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pPr algn="ctr"/>
            <a:r>
              <a:rPr lang="en-US" sz="1400">
                <a:solidFill>
                  <a:schemeClr val="tx1"/>
                </a:solidFill>
              </a:rPr>
              <a:t>Data Processing</a:t>
            </a:r>
            <a:endParaRPr lang="en-US">
              <a:solidFill>
                <a:schemeClr val="tx1"/>
              </a:solidFill>
            </a:endParaRPr>
          </a:p>
        </p:txBody>
      </p:sp>
    </p:spTree>
    <p:extLst>
      <p:ext uri="{BB962C8B-B14F-4D97-AF65-F5344CB8AC3E}">
        <p14:creationId xmlns:p14="http://schemas.microsoft.com/office/powerpoint/2010/main" val="1790301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C248C-B65E-D0EF-5B1D-300CB88116B1}"/>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4323D855-EA17-8E89-3FC8-4C2B78D23577}"/>
              </a:ext>
            </a:extLst>
          </p:cNvPr>
          <p:cNvSpPr>
            <a:spLocks noGrp="1"/>
          </p:cNvSpPr>
          <p:nvPr>
            <p:ph sz="half" idx="13"/>
          </p:nvPr>
        </p:nvSpPr>
        <p:spPr>
          <a:xfrm>
            <a:off x="402571" y="1273727"/>
            <a:ext cx="8211620" cy="3868983"/>
          </a:xfrm>
        </p:spPr>
        <p:txBody>
          <a:bodyPr vert="horz" lIns="90000" tIns="45720" rIns="91440" bIns="45720" rtlCol="0" anchor="t">
            <a:normAutofit/>
          </a:bodyPr>
          <a:lstStyle/>
          <a:p>
            <a:pPr marL="0" indent="0">
              <a:buNone/>
            </a:pPr>
            <a:r>
              <a:rPr lang="en-GB" sz="1300" kern="100">
                <a:latin typeface="Arial"/>
                <a:ea typeface="+mj-lt"/>
                <a:cs typeface="+mj-lt"/>
              </a:rPr>
              <a:t>Splitting the dataset for training, evaluation, and testing:</a:t>
            </a:r>
            <a:endParaRPr lang="en-US">
              <a:latin typeface="Arial"/>
              <a:cs typeface="Arial"/>
            </a:endParaRPr>
          </a:p>
          <a:p>
            <a:pPr marL="269875" indent="-269875">
              <a:buFont typeface="Arial"/>
              <a:buChar char="•"/>
            </a:pPr>
            <a:r>
              <a:rPr lang="en-US" sz="1300">
                <a:latin typeface="Arial"/>
                <a:ea typeface="+mj-lt"/>
                <a:cs typeface="+mj-lt"/>
              </a:rPr>
              <a:t>Although clustering is unsupervised, splitting helps simulate real-world development and avoid overfitting.</a:t>
            </a:r>
            <a:endParaRPr lang="en-US">
              <a:latin typeface="Arial"/>
              <a:cs typeface="Arial"/>
            </a:endParaRPr>
          </a:p>
          <a:p>
            <a:pPr marL="269875" indent="-269875">
              <a:buFont typeface="Arial"/>
              <a:buChar char="•"/>
            </a:pPr>
            <a:r>
              <a:rPr lang="en-US" sz="1300">
                <a:latin typeface="Arial"/>
                <a:ea typeface="+mj-lt"/>
                <a:cs typeface="+mj-lt"/>
              </a:rPr>
              <a:t>Dataset split into:</a:t>
            </a:r>
          </a:p>
          <a:p>
            <a:pPr marL="683895" lvl="1" indent="-287655">
              <a:buFont typeface="Arial,Sans-Serif"/>
              <a:buChar char="•"/>
            </a:pPr>
            <a:r>
              <a:rPr lang="en-US" sz="1300" b="1">
                <a:latin typeface="Arial"/>
                <a:ea typeface="+mj-lt"/>
                <a:cs typeface="Arial"/>
              </a:rPr>
              <a:t>60% Train (</a:t>
            </a:r>
            <a:r>
              <a:rPr lang="en-US" sz="1300" b="1" err="1">
                <a:latin typeface="Arial"/>
                <a:ea typeface="+mj-lt"/>
                <a:cs typeface="Arial"/>
              </a:rPr>
              <a:t>X_train</a:t>
            </a:r>
            <a:r>
              <a:rPr lang="en-US" sz="1300" b="1">
                <a:latin typeface="Arial"/>
                <a:ea typeface="+mj-lt"/>
                <a:cs typeface="Arial"/>
              </a:rPr>
              <a:t>)</a:t>
            </a:r>
            <a:r>
              <a:rPr lang="en-US" sz="1300">
                <a:latin typeface="Arial"/>
                <a:ea typeface="+mj-lt"/>
                <a:cs typeface="Arial"/>
              </a:rPr>
              <a:t> – to train clustering models.</a:t>
            </a:r>
          </a:p>
          <a:p>
            <a:pPr marL="683895" lvl="1" indent="-287655">
              <a:buFont typeface="Arial,Sans-Serif"/>
              <a:buChar char="•"/>
            </a:pPr>
            <a:r>
              <a:rPr lang="en-US" sz="1300" b="1">
                <a:latin typeface="Arial"/>
                <a:ea typeface="+mj-lt"/>
                <a:cs typeface="Arial"/>
              </a:rPr>
              <a:t>20% Eval (</a:t>
            </a:r>
            <a:r>
              <a:rPr lang="en-US" sz="1300" b="1" err="1">
                <a:latin typeface="Arial"/>
                <a:ea typeface="+mj-lt"/>
                <a:cs typeface="Arial"/>
              </a:rPr>
              <a:t>X_eval</a:t>
            </a:r>
            <a:r>
              <a:rPr lang="en-US" sz="1300" b="1">
                <a:latin typeface="Arial"/>
                <a:ea typeface="+mj-lt"/>
                <a:cs typeface="Arial"/>
              </a:rPr>
              <a:t>)</a:t>
            </a:r>
            <a:r>
              <a:rPr lang="en-US" sz="1300">
                <a:latin typeface="Arial"/>
                <a:ea typeface="+mj-lt"/>
                <a:cs typeface="Arial"/>
              </a:rPr>
              <a:t> – to evaluate clustering performance (e.g., silhouette score).</a:t>
            </a:r>
          </a:p>
          <a:p>
            <a:pPr marL="683895" lvl="1" indent="-287655">
              <a:buFont typeface="Arial,Sans-Serif"/>
              <a:buChar char="•"/>
            </a:pPr>
            <a:r>
              <a:rPr lang="en-US" sz="1300" b="1">
                <a:latin typeface="Arial"/>
                <a:ea typeface="+mj-lt"/>
                <a:cs typeface="Arial"/>
              </a:rPr>
              <a:t>20% Test (</a:t>
            </a:r>
            <a:r>
              <a:rPr lang="en-US" sz="1300" b="1" err="1">
                <a:latin typeface="Arial"/>
                <a:ea typeface="+mj-lt"/>
                <a:cs typeface="Arial"/>
              </a:rPr>
              <a:t>X_test</a:t>
            </a:r>
            <a:r>
              <a:rPr lang="en-US" sz="1300" b="1">
                <a:latin typeface="Arial"/>
                <a:ea typeface="+mj-lt"/>
                <a:cs typeface="Arial"/>
              </a:rPr>
              <a:t>)</a:t>
            </a:r>
            <a:r>
              <a:rPr lang="en-US" sz="1300">
                <a:latin typeface="Arial"/>
                <a:ea typeface="+mj-lt"/>
                <a:cs typeface="Arial"/>
              </a:rPr>
              <a:t> – reserved for final testing or visualizations.</a:t>
            </a:r>
            <a:endParaRPr lang="en-US"/>
          </a:p>
          <a:p>
            <a:pPr marL="269875" indent="-269875">
              <a:buFont typeface="Arial"/>
              <a:buChar char="•"/>
            </a:pPr>
            <a:r>
              <a:rPr lang="en-US" sz="1300">
                <a:latin typeface="Calibri Light"/>
                <a:ea typeface="+mj-lt"/>
                <a:cs typeface="Calibri Light"/>
              </a:rPr>
              <a:t>This separation allows for model tuning and unbiased evaluation.</a:t>
            </a:r>
            <a:endParaRPr lang="en-US" sz="1300">
              <a:latin typeface="Arial"/>
              <a:ea typeface="+mj-lt"/>
              <a:cs typeface="Calibri Light"/>
            </a:endParaRPr>
          </a:p>
          <a:p>
            <a:pPr marL="683895" lvl="1" indent="-287655">
              <a:buFont typeface="Arial"/>
              <a:buChar char="•"/>
            </a:pPr>
            <a:endParaRPr lang="en-US" sz="1300">
              <a:latin typeface="Arial"/>
              <a:ea typeface="+mj-lt"/>
              <a:cs typeface="Arial"/>
            </a:endParaRPr>
          </a:p>
          <a:p>
            <a:pPr marL="683895" lvl="1" indent="-287655">
              <a:buFont typeface="Arial"/>
              <a:buChar char="•"/>
            </a:pPr>
            <a:endParaRPr lang="en-US" sz="1000">
              <a:latin typeface="Calibri Light" panose="020F0302020204030204"/>
              <a:ea typeface="+mj-lt"/>
              <a:cs typeface="Calibri Light" panose="020F0302020204030204"/>
            </a:endParaRPr>
          </a:p>
          <a:p>
            <a:pPr marL="0" indent="0">
              <a:buNone/>
            </a:pPr>
            <a:endParaRPr lang="en-GB" sz="1300" kern="100">
              <a:latin typeface="Arial"/>
              <a:ea typeface="Calibri Light" panose="020F0302020204030204"/>
              <a:cs typeface="Times New Roman"/>
            </a:endParaRPr>
          </a:p>
        </p:txBody>
      </p:sp>
      <p:sp>
        <p:nvSpPr>
          <p:cNvPr id="3" name="Slide Number Placeholder 2">
            <a:extLst>
              <a:ext uri="{FF2B5EF4-FFF2-40B4-BE49-F238E27FC236}">
                <a16:creationId xmlns:a16="http://schemas.microsoft.com/office/drawing/2014/main" id="{768D20A8-73BD-4D39-49A3-9B60989CD6C6}"/>
              </a:ext>
            </a:extLst>
          </p:cNvPr>
          <p:cNvSpPr>
            <a:spLocks noGrp="1"/>
          </p:cNvSpPr>
          <p:nvPr>
            <p:ph type="sldNum" sz="quarter" idx="12"/>
          </p:nvPr>
        </p:nvSpPr>
        <p:spPr/>
        <p:txBody>
          <a:bodyPr/>
          <a:lstStyle/>
          <a:p>
            <a:fld id="{6AA10EC0-CC52-A246-A2C3-81389B6F8C64}" type="slidenum">
              <a:rPr lang="en-US" smtClean="0"/>
              <a:pPr/>
              <a:t>6</a:t>
            </a:fld>
            <a:endParaRPr lang="en-US"/>
          </a:p>
        </p:txBody>
      </p:sp>
      <p:sp>
        <p:nvSpPr>
          <p:cNvPr id="4" name="Title 3">
            <a:extLst>
              <a:ext uri="{FF2B5EF4-FFF2-40B4-BE49-F238E27FC236}">
                <a16:creationId xmlns:a16="http://schemas.microsoft.com/office/drawing/2014/main" id="{9615F9B3-332D-8891-19F0-644FCA45E505}"/>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III. CLUSTERING ALGORITHMS</a:t>
            </a:r>
          </a:p>
        </p:txBody>
      </p:sp>
      <p:sp>
        <p:nvSpPr>
          <p:cNvPr id="2" name="Title 3">
            <a:extLst>
              <a:ext uri="{FF2B5EF4-FFF2-40B4-BE49-F238E27FC236}">
                <a16:creationId xmlns:a16="http://schemas.microsoft.com/office/drawing/2014/main" id="{C1E294B3-162D-91D9-151E-8AB6854CD783}"/>
              </a:ext>
            </a:extLst>
          </p:cNvPr>
          <p:cNvSpPr txBox="1">
            <a:spLocks/>
          </p:cNvSpPr>
          <p:nvPr/>
        </p:nvSpPr>
        <p:spPr>
          <a:xfrm>
            <a:off x="-1231047" y="497258"/>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pPr algn="ctr"/>
            <a:r>
              <a:rPr lang="en-US" sz="1400">
                <a:solidFill>
                  <a:schemeClr val="tx1"/>
                </a:solidFill>
              </a:rPr>
              <a:t>Data Splitting</a:t>
            </a:r>
            <a:endParaRPr lang="en-US">
              <a:solidFill>
                <a:schemeClr val="tx1"/>
              </a:solidFill>
            </a:endParaRPr>
          </a:p>
        </p:txBody>
      </p:sp>
      <p:pic>
        <p:nvPicPr>
          <p:cNvPr id="6" name="Picture 5">
            <a:extLst>
              <a:ext uri="{FF2B5EF4-FFF2-40B4-BE49-F238E27FC236}">
                <a16:creationId xmlns:a16="http://schemas.microsoft.com/office/drawing/2014/main" id="{162AC37B-515F-4809-67D2-77889BFCE507}"/>
              </a:ext>
            </a:extLst>
          </p:cNvPr>
          <p:cNvPicPr>
            <a:picLocks noChangeAspect="1"/>
          </p:cNvPicPr>
          <p:nvPr/>
        </p:nvPicPr>
        <p:blipFill>
          <a:blip r:embed="rId3"/>
          <a:stretch>
            <a:fillRect/>
          </a:stretch>
        </p:blipFill>
        <p:spPr>
          <a:xfrm>
            <a:off x="3166460" y="3399219"/>
            <a:ext cx="2333625" cy="819150"/>
          </a:xfrm>
          <a:prstGeom prst="rect">
            <a:avLst/>
          </a:prstGeom>
        </p:spPr>
      </p:pic>
    </p:spTree>
    <p:extLst>
      <p:ext uri="{BB962C8B-B14F-4D97-AF65-F5344CB8AC3E}">
        <p14:creationId xmlns:p14="http://schemas.microsoft.com/office/powerpoint/2010/main" val="495547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15CD-2411-C1BD-4E5B-F91E78DD99BC}"/>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EB039A11-2B85-0814-90A4-B5F7C9809D00}"/>
              </a:ext>
            </a:extLst>
          </p:cNvPr>
          <p:cNvSpPr>
            <a:spLocks noGrp="1"/>
          </p:cNvSpPr>
          <p:nvPr>
            <p:ph sz="half" idx="13"/>
          </p:nvPr>
        </p:nvSpPr>
        <p:spPr>
          <a:xfrm>
            <a:off x="402571" y="1280961"/>
            <a:ext cx="4399209" cy="3861749"/>
          </a:xfrm>
        </p:spPr>
        <p:txBody>
          <a:bodyPr vert="horz" lIns="90000" tIns="45720" rIns="91440" bIns="45720" rtlCol="0" anchor="t">
            <a:normAutofit/>
          </a:bodyPr>
          <a:lstStyle/>
          <a:p>
            <a:pPr marL="0" indent="0">
              <a:buNone/>
            </a:pPr>
            <a:r>
              <a:rPr lang="en-GB" sz="1300" kern="100">
                <a:latin typeface="Arial"/>
                <a:ea typeface="+mj-lt"/>
                <a:cs typeface="+mj-lt"/>
              </a:rPr>
              <a:t>Setting up clustering algorithms and tools:</a:t>
            </a:r>
            <a:endParaRPr lang="en-US">
              <a:latin typeface="Arial"/>
              <a:cs typeface="Arial"/>
            </a:endParaRPr>
          </a:p>
          <a:p>
            <a:pPr marL="269875" indent="-269875"/>
            <a:r>
              <a:rPr lang="en-US" sz="1300">
                <a:latin typeface="Arial"/>
                <a:ea typeface="+mj-lt"/>
                <a:cs typeface="+mj-lt"/>
              </a:rPr>
              <a:t>Two clustering models was selected.</a:t>
            </a:r>
            <a:endParaRPr lang="en-US">
              <a:latin typeface="Arial"/>
              <a:cs typeface="Arial"/>
            </a:endParaRPr>
          </a:p>
          <a:p>
            <a:pPr marL="683895" lvl="1" indent="-287655">
              <a:buFont typeface="Arial"/>
              <a:buChar char="•"/>
            </a:pPr>
            <a:r>
              <a:rPr lang="en-US" sz="1000" err="1">
                <a:latin typeface="Arial"/>
                <a:ea typeface="+mj-lt"/>
                <a:cs typeface="+mj-lt"/>
              </a:rPr>
              <a:t>KMeans</a:t>
            </a:r>
            <a:r>
              <a:rPr lang="en-US" sz="1000">
                <a:latin typeface="Arial"/>
                <a:ea typeface="+mj-lt"/>
                <a:cs typeface="+mj-lt"/>
              </a:rPr>
              <a:t> Clustering </a:t>
            </a:r>
          </a:p>
          <a:p>
            <a:pPr marL="683895" lvl="1" indent="-287655">
              <a:buFont typeface="Arial"/>
              <a:buChar char="•"/>
            </a:pPr>
            <a:r>
              <a:rPr lang="en-US" sz="1000" err="1">
                <a:latin typeface="Arial"/>
                <a:ea typeface="+mj-lt"/>
                <a:cs typeface="+mj-lt"/>
              </a:rPr>
              <a:t>Hierarchial</a:t>
            </a:r>
            <a:r>
              <a:rPr lang="en-US" sz="1000">
                <a:latin typeface="Arial"/>
                <a:ea typeface="+mj-lt"/>
                <a:cs typeface="+mj-lt"/>
              </a:rPr>
              <a:t> Clustering</a:t>
            </a:r>
          </a:p>
          <a:p>
            <a:pPr marL="269875" indent="-269875">
              <a:buFont typeface="Arial"/>
              <a:buChar char="•"/>
            </a:pPr>
            <a:r>
              <a:rPr lang="en-US" sz="1300">
                <a:latin typeface="Arial"/>
                <a:ea typeface="+mj-lt"/>
                <a:cs typeface="+mj-lt"/>
              </a:rPr>
              <a:t>Imported all essential libraries:</a:t>
            </a:r>
          </a:p>
          <a:p>
            <a:pPr marL="683895" lvl="1" indent="-287655">
              <a:buFont typeface="Arial,Sans-Serif"/>
              <a:buChar char="•"/>
            </a:pPr>
            <a:r>
              <a:rPr lang="en-US" sz="1300">
                <a:latin typeface="Arial"/>
                <a:ea typeface="+mj-lt"/>
                <a:cs typeface="Arial"/>
              </a:rPr>
              <a:t>pandas</a:t>
            </a:r>
            <a:r>
              <a:rPr lang="en-US" sz="1300">
                <a:latin typeface="Arial"/>
                <a:ea typeface="+mj-lt"/>
                <a:cs typeface="+mj-lt"/>
              </a:rPr>
              <a:t>, </a:t>
            </a:r>
            <a:r>
              <a:rPr lang="en-US" sz="1300" err="1">
                <a:latin typeface="Arial"/>
                <a:ea typeface="+mj-lt"/>
                <a:cs typeface="Arial"/>
              </a:rPr>
              <a:t>numpy</a:t>
            </a:r>
            <a:r>
              <a:rPr lang="en-US" sz="1300">
                <a:latin typeface="Arial"/>
                <a:ea typeface="+mj-lt"/>
                <a:cs typeface="+mj-lt"/>
              </a:rPr>
              <a:t> – for data handling </a:t>
            </a:r>
          </a:p>
          <a:p>
            <a:pPr marL="683895" lvl="1" indent="-287655">
              <a:buFont typeface="Arial,Sans-Serif"/>
              <a:buChar char="•"/>
            </a:pPr>
            <a:r>
              <a:rPr lang="en-US" sz="1300">
                <a:latin typeface="Arial"/>
                <a:ea typeface="+mj-lt"/>
                <a:cs typeface="Arial"/>
              </a:rPr>
              <a:t>matplotlib</a:t>
            </a:r>
            <a:r>
              <a:rPr lang="en-US" sz="1300">
                <a:latin typeface="Arial"/>
                <a:ea typeface="+mj-lt"/>
                <a:cs typeface="+mj-lt"/>
              </a:rPr>
              <a:t>, </a:t>
            </a:r>
            <a:r>
              <a:rPr lang="en-US" sz="1300">
                <a:latin typeface="Arial"/>
                <a:ea typeface="+mj-lt"/>
                <a:cs typeface="Arial"/>
              </a:rPr>
              <a:t>seaborn</a:t>
            </a:r>
            <a:r>
              <a:rPr lang="en-US" sz="1300">
                <a:latin typeface="Arial"/>
                <a:ea typeface="+mj-lt"/>
                <a:cs typeface="+mj-lt"/>
              </a:rPr>
              <a:t> – for data visualization</a:t>
            </a:r>
            <a:endParaRPr lang="en-US">
              <a:latin typeface="Arial"/>
              <a:cs typeface="Arial"/>
            </a:endParaRPr>
          </a:p>
          <a:p>
            <a:pPr marL="683895" lvl="1" indent="-287655">
              <a:buFont typeface="Arial,Sans-Serif"/>
              <a:buChar char="•"/>
            </a:pPr>
            <a:r>
              <a:rPr lang="en-US" sz="1300" err="1">
                <a:latin typeface="Arial"/>
                <a:ea typeface="+mj-lt"/>
                <a:cs typeface="Arial"/>
              </a:rPr>
              <a:t>sklearn</a:t>
            </a:r>
            <a:r>
              <a:rPr lang="en-US" sz="1300">
                <a:latin typeface="Arial"/>
                <a:ea typeface="+mj-lt"/>
                <a:cs typeface="+mj-lt"/>
              </a:rPr>
              <a:t> modules – for encoding, scaling, and clustering</a:t>
            </a:r>
            <a:endParaRPr lang="en-US">
              <a:latin typeface="Arial"/>
              <a:ea typeface="Calibri Light"/>
              <a:cs typeface="Calibri Light"/>
            </a:endParaRPr>
          </a:p>
          <a:p>
            <a:pPr marL="683895" lvl="1" indent="-287655">
              <a:buFont typeface="Arial,Sans-Serif"/>
              <a:buChar char="•"/>
            </a:pPr>
            <a:r>
              <a:rPr lang="en-US" sz="1300" err="1">
                <a:latin typeface="Arial"/>
                <a:ea typeface="+mj-lt"/>
                <a:cs typeface="Calibri Light"/>
              </a:rPr>
              <a:t>scipy</a:t>
            </a:r>
            <a:r>
              <a:rPr lang="en-US" sz="1300">
                <a:latin typeface="Arial"/>
                <a:ea typeface="+mj-lt"/>
                <a:cs typeface="+mj-lt"/>
              </a:rPr>
              <a:t> – for creating dendrograms</a:t>
            </a:r>
            <a:endParaRPr lang="en-US" sz="1300">
              <a:latin typeface="Arial"/>
              <a:ea typeface="+mj-lt"/>
              <a:cs typeface="Calibri Light"/>
            </a:endParaRPr>
          </a:p>
          <a:p>
            <a:pPr marL="269875" indent="-269875">
              <a:buFont typeface="Arial"/>
              <a:buChar char="•"/>
            </a:pPr>
            <a:r>
              <a:rPr lang="en-US" sz="1300">
                <a:latin typeface="Arial"/>
                <a:ea typeface="+mj-lt"/>
                <a:cs typeface="+mj-lt"/>
              </a:rPr>
              <a:t>Models were initialized and prepared in this step; actual training and evaluation are done in the next phase.</a:t>
            </a:r>
          </a:p>
          <a:p>
            <a:pPr marL="683895" lvl="1" indent="-287655">
              <a:buFont typeface="Arial"/>
              <a:buChar char="•"/>
            </a:pPr>
            <a:endParaRPr lang="en-US" sz="1300">
              <a:latin typeface="Arial"/>
              <a:ea typeface="+mj-lt"/>
              <a:cs typeface="Arial"/>
            </a:endParaRPr>
          </a:p>
          <a:p>
            <a:pPr marL="683895" lvl="1" indent="-287655">
              <a:buFont typeface="Arial"/>
              <a:buChar char="•"/>
            </a:pPr>
            <a:endParaRPr lang="en-US" sz="1000">
              <a:latin typeface="Calibri Light" panose="020F0302020204030204"/>
              <a:ea typeface="+mj-lt"/>
              <a:cs typeface="Calibri Light" panose="020F0302020204030204"/>
            </a:endParaRPr>
          </a:p>
          <a:p>
            <a:pPr marL="0" indent="0">
              <a:buNone/>
            </a:pPr>
            <a:endParaRPr lang="en-GB" sz="1300" kern="100">
              <a:latin typeface="Arial"/>
              <a:ea typeface="Calibri Light" panose="020F0302020204030204"/>
              <a:cs typeface="Times New Roman"/>
            </a:endParaRPr>
          </a:p>
        </p:txBody>
      </p:sp>
      <p:sp>
        <p:nvSpPr>
          <p:cNvPr id="3" name="Slide Number Placeholder 2">
            <a:extLst>
              <a:ext uri="{FF2B5EF4-FFF2-40B4-BE49-F238E27FC236}">
                <a16:creationId xmlns:a16="http://schemas.microsoft.com/office/drawing/2014/main" id="{1997FF80-21BF-BACC-95B4-E5FAA2444CCA}"/>
              </a:ext>
            </a:extLst>
          </p:cNvPr>
          <p:cNvSpPr>
            <a:spLocks noGrp="1"/>
          </p:cNvSpPr>
          <p:nvPr>
            <p:ph type="sldNum" sz="quarter" idx="12"/>
          </p:nvPr>
        </p:nvSpPr>
        <p:spPr/>
        <p:txBody>
          <a:bodyPr/>
          <a:lstStyle/>
          <a:p>
            <a:fld id="{6AA10EC0-CC52-A246-A2C3-81389B6F8C64}" type="slidenum">
              <a:rPr lang="en-US" smtClean="0"/>
              <a:pPr/>
              <a:t>7</a:t>
            </a:fld>
            <a:endParaRPr lang="en-US"/>
          </a:p>
        </p:txBody>
      </p:sp>
      <p:sp>
        <p:nvSpPr>
          <p:cNvPr id="4" name="Title 3">
            <a:extLst>
              <a:ext uri="{FF2B5EF4-FFF2-40B4-BE49-F238E27FC236}">
                <a16:creationId xmlns:a16="http://schemas.microsoft.com/office/drawing/2014/main" id="{33D00599-9626-7C9D-8E10-1818CC64BC68}"/>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III. CLUSTERING ALGORITHMS</a:t>
            </a:r>
          </a:p>
        </p:txBody>
      </p:sp>
      <p:sp>
        <p:nvSpPr>
          <p:cNvPr id="2" name="Title 3">
            <a:extLst>
              <a:ext uri="{FF2B5EF4-FFF2-40B4-BE49-F238E27FC236}">
                <a16:creationId xmlns:a16="http://schemas.microsoft.com/office/drawing/2014/main" id="{4A16E500-B503-B491-758A-20C064803B4F}"/>
              </a:ext>
            </a:extLst>
          </p:cNvPr>
          <p:cNvSpPr txBox="1">
            <a:spLocks/>
          </p:cNvSpPr>
          <p:nvPr/>
        </p:nvSpPr>
        <p:spPr>
          <a:xfrm>
            <a:off x="-1231047" y="497258"/>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pPr algn="ctr"/>
            <a:r>
              <a:rPr lang="en-US" sz="1400">
                <a:solidFill>
                  <a:schemeClr val="tx1"/>
                </a:solidFill>
                <a:ea typeface="+mn-lt"/>
                <a:cs typeface="+mn-lt"/>
              </a:rPr>
              <a:t>Model Implementation</a:t>
            </a:r>
            <a:endParaRPr lang="en-US">
              <a:solidFill>
                <a:schemeClr val="tx1"/>
              </a:solidFill>
              <a:ea typeface="Calibri"/>
              <a:cs typeface="Calibri"/>
            </a:endParaRPr>
          </a:p>
        </p:txBody>
      </p:sp>
      <p:pic>
        <p:nvPicPr>
          <p:cNvPr id="7" name="Picture 6">
            <a:extLst>
              <a:ext uri="{FF2B5EF4-FFF2-40B4-BE49-F238E27FC236}">
                <a16:creationId xmlns:a16="http://schemas.microsoft.com/office/drawing/2014/main" id="{FF46BF16-2947-DDF9-EDE6-BE20AF0E7747}"/>
              </a:ext>
            </a:extLst>
          </p:cNvPr>
          <p:cNvPicPr>
            <a:picLocks noChangeAspect="1"/>
          </p:cNvPicPr>
          <p:nvPr/>
        </p:nvPicPr>
        <p:blipFill>
          <a:blip r:embed="rId3"/>
          <a:stretch>
            <a:fillRect/>
          </a:stretch>
        </p:blipFill>
        <p:spPr>
          <a:xfrm>
            <a:off x="4573990" y="1605987"/>
            <a:ext cx="3714388" cy="2112379"/>
          </a:xfrm>
          <a:prstGeom prst="rect">
            <a:avLst/>
          </a:prstGeom>
        </p:spPr>
      </p:pic>
    </p:spTree>
    <p:extLst>
      <p:ext uri="{BB962C8B-B14F-4D97-AF65-F5344CB8AC3E}">
        <p14:creationId xmlns:p14="http://schemas.microsoft.com/office/powerpoint/2010/main" val="334445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1148DE-552B-48CD-B67C-8807D876E549}"/>
              </a:ext>
            </a:extLst>
          </p:cNvPr>
          <p:cNvSpPr>
            <a:spLocks noGrp="1"/>
          </p:cNvSpPr>
          <p:nvPr>
            <p:ph type="sldNum" sz="quarter" idx="12"/>
          </p:nvPr>
        </p:nvSpPr>
        <p:spPr/>
        <p:txBody>
          <a:bodyPr/>
          <a:lstStyle/>
          <a:p>
            <a:fld id="{6AA10EC0-CC52-A246-A2C3-81389B6F8C64}" type="slidenum">
              <a:rPr lang="en-US" smtClean="0"/>
              <a:pPr/>
              <a:t>8</a:t>
            </a:fld>
            <a:endParaRPr lang="en-US"/>
          </a:p>
        </p:txBody>
      </p:sp>
      <p:sp>
        <p:nvSpPr>
          <p:cNvPr id="4" name="Title 3">
            <a:extLst>
              <a:ext uri="{FF2B5EF4-FFF2-40B4-BE49-F238E27FC236}">
                <a16:creationId xmlns:a16="http://schemas.microsoft.com/office/drawing/2014/main" id="{FBF2DB2B-F0E6-4F44-8603-A92253E9BC58}"/>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sp>
        <p:nvSpPr>
          <p:cNvPr id="2" name="Title 3">
            <a:extLst>
              <a:ext uri="{FF2B5EF4-FFF2-40B4-BE49-F238E27FC236}">
                <a16:creationId xmlns:a16="http://schemas.microsoft.com/office/drawing/2014/main" id="{2C386D03-CC8D-28B7-E57D-3268D98C53C6}"/>
              </a:ext>
            </a:extLst>
          </p:cNvPr>
          <p:cNvSpPr txBox="1">
            <a:spLocks/>
          </p:cNvSpPr>
          <p:nvPr/>
        </p:nvSpPr>
        <p:spPr>
          <a:xfrm>
            <a:off x="-587206" y="526195"/>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pPr algn="ctr"/>
            <a:r>
              <a:rPr lang="en-US" sz="1400">
                <a:solidFill>
                  <a:schemeClr val="tx1"/>
                </a:solidFill>
              </a:rPr>
              <a:t>Model Training – K-Means Clustering</a:t>
            </a:r>
            <a:endParaRPr lang="en-AU" sz="1400">
              <a:solidFill>
                <a:schemeClr val="tx1"/>
              </a:solidFill>
            </a:endParaRPr>
          </a:p>
        </p:txBody>
      </p:sp>
      <p:sp>
        <p:nvSpPr>
          <p:cNvPr id="5" name="Content Placeholder 1">
            <a:extLst>
              <a:ext uri="{FF2B5EF4-FFF2-40B4-BE49-F238E27FC236}">
                <a16:creationId xmlns:a16="http://schemas.microsoft.com/office/drawing/2014/main" id="{51C4D711-98FE-55F9-7466-AEAD838F5937}"/>
              </a:ext>
            </a:extLst>
          </p:cNvPr>
          <p:cNvSpPr>
            <a:spLocks noGrp="1"/>
          </p:cNvSpPr>
          <p:nvPr>
            <p:ph sz="half" idx="13"/>
          </p:nvPr>
        </p:nvSpPr>
        <p:spPr>
          <a:xfrm>
            <a:off x="402571" y="1230322"/>
            <a:ext cx="8211620" cy="3398762"/>
          </a:xfrm>
        </p:spPr>
        <p:txBody>
          <a:bodyPr vert="horz" lIns="90000" tIns="45720" rIns="91440" bIns="45720" rtlCol="0" anchor="t">
            <a:normAutofit/>
          </a:bodyPr>
          <a:lstStyle/>
          <a:p>
            <a:pPr marL="0" indent="0">
              <a:buNone/>
            </a:pPr>
            <a:r>
              <a:rPr lang="en-GB" sz="1300" kern="100">
                <a:effectLst/>
                <a:latin typeface="Arial" panose="020B0604020202020204" pitchFamily="34" charset="0"/>
                <a:ea typeface="Aptos" panose="020B0004020202020204" pitchFamily="34" charset="0"/>
              </a:rPr>
              <a:t>Once the data was preprocessed, normalised, and split, we trained the KMeans clustering model using the scaled training dataset derived from the kaggle_Interests_group.csv file</a:t>
            </a:r>
          </a:p>
          <a:p>
            <a:pPr>
              <a:buNone/>
            </a:pPr>
            <a:r>
              <a:rPr lang="en-US" sz="1300">
                <a:latin typeface="Arial" panose="020B0604020202020204" pitchFamily="34" charset="0"/>
                <a:cs typeface="Arial" panose="020B0604020202020204" pitchFamily="34" charset="0"/>
              </a:rPr>
              <a:t>Training Details:</a:t>
            </a:r>
          </a:p>
          <a:p>
            <a:pPr>
              <a:buFont typeface="Arial" panose="020B0604020202020204" pitchFamily="34" charset="0"/>
              <a:buChar char="•"/>
            </a:pPr>
            <a:r>
              <a:rPr lang="en-US" sz="1300">
                <a:latin typeface="Arial" panose="020B0604020202020204" pitchFamily="34" charset="0"/>
                <a:cs typeface="Arial" panose="020B0604020202020204" pitchFamily="34" charset="0"/>
              </a:rPr>
              <a:t>Dataset: kaggle_Interests_group.csv (60% for training)</a:t>
            </a:r>
          </a:p>
          <a:p>
            <a:pPr>
              <a:buFont typeface="Arial" panose="020B0604020202020204" pitchFamily="34" charset="0"/>
              <a:buChar char="•"/>
            </a:pPr>
            <a:r>
              <a:rPr lang="en-US" sz="1300">
                <a:latin typeface="Arial" panose="020B0604020202020204" pitchFamily="34" charset="0"/>
                <a:cs typeface="Arial" panose="020B0604020202020204" pitchFamily="34" charset="0"/>
              </a:rPr>
              <a:t>Algorithm: KMeans (sklearn.cluster)</a:t>
            </a:r>
          </a:p>
          <a:p>
            <a:pPr>
              <a:buFont typeface="Arial" panose="020B0604020202020204" pitchFamily="34" charset="0"/>
              <a:buChar char="•"/>
            </a:pPr>
            <a:r>
              <a:rPr lang="en-US" sz="1300">
                <a:latin typeface="Arial" panose="020B0604020202020204" pitchFamily="34" charset="0"/>
                <a:cs typeface="Arial" panose="020B0604020202020204" pitchFamily="34" charset="0"/>
              </a:rPr>
              <a:t>Optimal k = 5, selected using the Elbow Method (WCSS curve &amp; KneeLocator)</a:t>
            </a:r>
          </a:p>
          <a:p>
            <a:pPr marL="0" indent="0">
              <a:buNone/>
            </a:pPr>
            <a:r>
              <a:rPr lang="en-US" sz="1300">
                <a:latin typeface="Arial" panose="020B0604020202020204" pitchFamily="34" charset="0"/>
                <a:cs typeface="Arial" panose="020B0604020202020204" pitchFamily="34" charset="0"/>
              </a:rPr>
              <a:t>Training Steps:</a:t>
            </a:r>
          </a:p>
          <a:p>
            <a:r>
              <a:rPr lang="en-US" sz="1300">
                <a:latin typeface="Arial" panose="020B0604020202020204" pitchFamily="34" charset="0"/>
                <a:cs typeface="Arial" panose="020B0604020202020204" pitchFamily="34" charset="0"/>
              </a:rPr>
              <a:t>Data normalized &amp; split</a:t>
            </a:r>
          </a:p>
          <a:p>
            <a:r>
              <a:rPr lang="en-US" sz="1300">
                <a:latin typeface="Arial" panose="020B0604020202020204" pitchFamily="34" charset="0"/>
                <a:cs typeface="Arial" panose="020B0604020202020204" pitchFamily="34" charset="0"/>
              </a:rPr>
              <a:t>Model trained with KMeans(n_clusters=5, random_state=42)</a:t>
            </a:r>
          </a:p>
          <a:p>
            <a:r>
              <a:rPr lang="en-US" sz="1300">
                <a:latin typeface="Arial" panose="020B0604020202020204" pitchFamily="34" charset="0"/>
                <a:cs typeface="Arial" panose="020B0604020202020204" pitchFamily="34" charset="0"/>
              </a:rPr>
              <a:t>Cluster labels predicted &amp; assigned</a:t>
            </a:r>
          </a:p>
          <a:p>
            <a:pPr marL="0" indent="0">
              <a:buNone/>
            </a:pPr>
            <a:endParaRPr lang="en-GB" sz="1300" kern="100">
              <a:latin typeface="Arial"/>
              <a:cs typeface="Times New Roman"/>
            </a:endParaRPr>
          </a:p>
        </p:txBody>
      </p:sp>
    </p:spTree>
    <p:extLst>
      <p:ext uri="{BB962C8B-B14F-4D97-AF65-F5344CB8AC3E}">
        <p14:creationId xmlns:p14="http://schemas.microsoft.com/office/powerpoint/2010/main" val="3918500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5559D-A8E6-B226-DE26-BF071FB6553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6CE0E0-D27F-381C-DE90-5F94B2A29089}"/>
              </a:ext>
            </a:extLst>
          </p:cNvPr>
          <p:cNvSpPr>
            <a:spLocks noGrp="1"/>
          </p:cNvSpPr>
          <p:nvPr>
            <p:ph type="sldNum" sz="quarter" idx="12"/>
          </p:nvPr>
        </p:nvSpPr>
        <p:spPr/>
        <p:txBody>
          <a:bodyPr/>
          <a:lstStyle/>
          <a:p>
            <a:fld id="{6AA10EC0-CC52-A246-A2C3-81389B6F8C64}" type="slidenum">
              <a:rPr lang="en-US" smtClean="0"/>
              <a:pPr/>
              <a:t>9</a:t>
            </a:fld>
            <a:endParaRPr lang="en-US"/>
          </a:p>
        </p:txBody>
      </p:sp>
      <p:sp>
        <p:nvSpPr>
          <p:cNvPr id="4" name="Title 3">
            <a:extLst>
              <a:ext uri="{FF2B5EF4-FFF2-40B4-BE49-F238E27FC236}">
                <a16:creationId xmlns:a16="http://schemas.microsoft.com/office/drawing/2014/main" id="{4F52EAAE-AD79-700C-7054-225A82809005}"/>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pic>
        <p:nvPicPr>
          <p:cNvPr id="5" name="Picture 4" descr="A graph with a green line&#10;&#10;AI-generated content may be incorrect.">
            <a:extLst>
              <a:ext uri="{FF2B5EF4-FFF2-40B4-BE49-F238E27FC236}">
                <a16:creationId xmlns:a16="http://schemas.microsoft.com/office/drawing/2014/main" id="{A1B15A81-6417-83CE-8224-31818562BA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4099" y="798318"/>
            <a:ext cx="5303520" cy="4160520"/>
          </a:xfrm>
          <a:prstGeom prst="rect">
            <a:avLst/>
          </a:prstGeom>
        </p:spPr>
      </p:pic>
    </p:spTree>
    <p:extLst>
      <p:ext uri="{BB962C8B-B14F-4D97-AF65-F5344CB8AC3E}">
        <p14:creationId xmlns:p14="http://schemas.microsoft.com/office/powerpoint/2010/main" val="3837566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1D03-7756-9DED-753A-36B9F45FA79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175256-1D0C-6BB2-3A95-7E197E899EF5}"/>
              </a:ext>
            </a:extLst>
          </p:cNvPr>
          <p:cNvSpPr>
            <a:spLocks noGrp="1"/>
          </p:cNvSpPr>
          <p:nvPr>
            <p:ph type="sldNum" sz="quarter" idx="12"/>
          </p:nvPr>
        </p:nvSpPr>
        <p:spPr/>
        <p:txBody>
          <a:bodyPr/>
          <a:lstStyle/>
          <a:p>
            <a:fld id="{6AA10EC0-CC52-A246-A2C3-81389B6F8C64}" type="slidenum">
              <a:rPr lang="en-US" smtClean="0"/>
              <a:pPr/>
              <a:t>10</a:t>
            </a:fld>
            <a:endParaRPr lang="en-US"/>
          </a:p>
        </p:txBody>
      </p:sp>
      <p:sp>
        <p:nvSpPr>
          <p:cNvPr id="4" name="Title 3">
            <a:extLst>
              <a:ext uri="{FF2B5EF4-FFF2-40B4-BE49-F238E27FC236}">
                <a16:creationId xmlns:a16="http://schemas.microsoft.com/office/drawing/2014/main" id="{DAD9A5B4-ABCD-A5AB-E9C5-DD2E41397329}"/>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pic>
        <p:nvPicPr>
          <p:cNvPr id="6" name="Picture 5">
            <a:extLst>
              <a:ext uri="{FF2B5EF4-FFF2-40B4-BE49-F238E27FC236}">
                <a16:creationId xmlns:a16="http://schemas.microsoft.com/office/drawing/2014/main" id="{CC35924B-0B3D-6B88-38C2-AE33C6D15179}"/>
              </a:ext>
            </a:extLst>
          </p:cNvPr>
          <p:cNvPicPr>
            <a:picLocks noChangeAspect="1"/>
          </p:cNvPicPr>
          <p:nvPr/>
        </p:nvPicPr>
        <p:blipFill>
          <a:blip r:embed="rId3"/>
          <a:stretch>
            <a:fillRect/>
          </a:stretch>
        </p:blipFill>
        <p:spPr>
          <a:xfrm>
            <a:off x="1853514" y="762100"/>
            <a:ext cx="5293164" cy="4263938"/>
          </a:xfrm>
          <a:prstGeom prst="rect">
            <a:avLst/>
          </a:prstGeom>
        </p:spPr>
      </p:pic>
    </p:spTree>
    <p:extLst>
      <p:ext uri="{BB962C8B-B14F-4D97-AF65-F5344CB8AC3E}">
        <p14:creationId xmlns:p14="http://schemas.microsoft.com/office/powerpoint/2010/main" val="389358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CA09-52B9-AFFA-2B71-412C287D0AA5}"/>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0E6C51E6-95A9-DFB7-04D0-D474B92C36BD}"/>
              </a:ext>
            </a:extLst>
          </p:cNvPr>
          <p:cNvSpPr>
            <a:spLocks noGrp="1"/>
          </p:cNvSpPr>
          <p:nvPr>
            <p:ph sz="half" idx="13"/>
          </p:nvPr>
        </p:nvSpPr>
        <p:spPr>
          <a:xfrm>
            <a:off x="402571" y="1230322"/>
            <a:ext cx="8211620" cy="3398762"/>
          </a:xfrm>
        </p:spPr>
        <p:txBody>
          <a:bodyPr vert="horz" lIns="90000" tIns="45720" rIns="91440" bIns="45720" rtlCol="0" anchor="t">
            <a:normAutofit/>
          </a:bodyPr>
          <a:lstStyle/>
          <a:p>
            <a:pPr marL="0" marR="0" algn="just">
              <a:lnSpc>
                <a:spcPct val="150000"/>
              </a:lnSpc>
              <a:spcBef>
                <a:spcPts val="0"/>
              </a:spcBef>
              <a:buNone/>
            </a:pPr>
            <a:r>
              <a:rPr lang="en-GB" sz="1300" kern="100">
                <a:effectLst/>
                <a:latin typeface="Arial" panose="020B0604020202020204" pitchFamily="34" charset="0"/>
                <a:ea typeface="Aptos" panose="020B0004020202020204" pitchFamily="34" charset="0"/>
                <a:cs typeface="Arial" panose="020B0604020202020204" pitchFamily="34" charset="0"/>
              </a:rPr>
              <a:t>For the second clustering method, we used Agglomerative Hierarchical Clustering with the Ward linkage method on the scaled training dataset.</a:t>
            </a:r>
          </a:p>
          <a:p>
            <a:pPr>
              <a:buNone/>
            </a:pPr>
            <a:r>
              <a:rPr lang="en-US" sz="1300">
                <a:latin typeface="Arial" panose="020B0604020202020204" pitchFamily="34" charset="0"/>
                <a:cs typeface="Arial" panose="020B0604020202020204" pitchFamily="34" charset="0"/>
              </a:rPr>
              <a:t>Training Details:</a:t>
            </a:r>
          </a:p>
          <a:p>
            <a:pPr>
              <a:buFont typeface="Arial" panose="020B0604020202020204" pitchFamily="34" charset="0"/>
              <a:buChar char="•"/>
            </a:pPr>
            <a:r>
              <a:rPr lang="en-US" sz="1300">
                <a:latin typeface="Arial" panose="020B0604020202020204" pitchFamily="34" charset="0"/>
                <a:cs typeface="Arial" panose="020B0604020202020204" pitchFamily="34" charset="0"/>
              </a:rPr>
              <a:t>Method: Agglomerative Hierarchical Clustering (Ward linkage)</a:t>
            </a:r>
          </a:p>
          <a:p>
            <a:pPr>
              <a:buFont typeface="Arial" panose="020B0604020202020204" pitchFamily="34" charset="0"/>
              <a:buChar char="•"/>
            </a:pPr>
            <a:r>
              <a:rPr lang="en-US" sz="1300">
                <a:latin typeface="Arial" panose="020B0604020202020204" pitchFamily="34" charset="0"/>
                <a:cs typeface="Arial" panose="020B0604020202020204" pitchFamily="34" charset="0"/>
              </a:rPr>
              <a:t>Dataset: Same-scaled training set</a:t>
            </a:r>
          </a:p>
          <a:p>
            <a:pPr>
              <a:buNone/>
            </a:pPr>
            <a:r>
              <a:rPr lang="en-US" sz="1300">
                <a:latin typeface="Arial" panose="020B0604020202020204" pitchFamily="34" charset="0"/>
                <a:cs typeface="Arial" panose="020B0604020202020204" pitchFamily="34" charset="0"/>
              </a:rPr>
              <a:t>Dendrogram Analysis:</a:t>
            </a:r>
          </a:p>
          <a:p>
            <a:pPr>
              <a:buFont typeface="Arial" panose="020B0604020202020204" pitchFamily="34" charset="0"/>
              <a:buChar char="•"/>
            </a:pPr>
            <a:r>
              <a:rPr lang="en-US" sz="1300">
                <a:latin typeface="Arial" panose="020B0604020202020204" pitchFamily="34" charset="0"/>
                <a:cs typeface="Arial" panose="020B0604020202020204" pitchFamily="34" charset="0"/>
              </a:rPr>
              <a:t>Visual hierarchy of cluster merges</a:t>
            </a:r>
          </a:p>
          <a:p>
            <a:pPr>
              <a:buFont typeface="Arial" panose="020B0604020202020204" pitchFamily="34" charset="0"/>
              <a:buChar char="•"/>
            </a:pPr>
            <a:r>
              <a:rPr lang="en-US" sz="1300">
                <a:latin typeface="Arial" panose="020B0604020202020204" pitchFamily="34" charset="0"/>
                <a:cs typeface="Arial" panose="020B0604020202020204" pitchFamily="34" charset="0"/>
              </a:rPr>
              <a:t> The largest vertical gap indicated 5 clusters (consistent with the K-Means result)</a:t>
            </a:r>
          </a:p>
          <a:p>
            <a:pPr>
              <a:buNone/>
            </a:pPr>
            <a:r>
              <a:rPr lang="en-US" sz="1300">
                <a:latin typeface="Arial" panose="020B0604020202020204" pitchFamily="34" charset="0"/>
                <a:cs typeface="Arial" panose="020B0604020202020204" pitchFamily="34" charset="0"/>
              </a:rPr>
              <a:t>Training Steps:</a:t>
            </a:r>
          </a:p>
          <a:p>
            <a:pPr>
              <a:buFont typeface="Arial" panose="020B0604020202020204" pitchFamily="34" charset="0"/>
              <a:buChar char="•"/>
            </a:pPr>
            <a:r>
              <a:rPr lang="en-US" sz="1300">
                <a:latin typeface="Arial" panose="020B0604020202020204" pitchFamily="34" charset="0"/>
                <a:cs typeface="Arial" panose="020B0604020202020204" pitchFamily="34" charset="0"/>
              </a:rPr>
              <a:t>Model fit with Agglomerative Clustering (n_clusters=5)</a:t>
            </a:r>
          </a:p>
          <a:p>
            <a:pPr>
              <a:buFont typeface="Arial" panose="020B0604020202020204" pitchFamily="34" charset="0"/>
              <a:buChar char="•"/>
            </a:pPr>
            <a:r>
              <a:rPr lang="en-US" sz="1300">
                <a:latin typeface="Arial" panose="020B0604020202020204" pitchFamily="34" charset="0"/>
                <a:cs typeface="Arial" panose="020B0604020202020204" pitchFamily="34" charset="0"/>
              </a:rPr>
              <a:t>Labels generated for evaluation &amp; visualization</a:t>
            </a:r>
          </a:p>
        </p:txBody>
      </p:sp>
      <p:sp>
        <p:nvSpPr>
          <p:cNvPr id="3" name="Slide Number Placeholder 2">
            <a:extLst>
              <a:ext uri="{FF2B5EF4-FFF2-40B4-BE49-F238E27FC236}">
                <a16:creationId xmlns:a16="http://schemas.microsoft.com/office/drawing/2014/main" id="{26050E17-CF34-4655-A74A-C9574389BBDA}"/>
              </a:ext>
            </a:extLst>
          </p:cNvPr>
          <p:cNvSpPr>
            <a:spLocks noGrp="1"/>
          </p:cNvSpPr>
          <p:nvPr>
            <p:ph type="sldNum" sz="quarter" idx="12"/>
          </p:nvPr>
        </p:nvSpPr>
        <p:spPr/>
        <p:txBody>
          <a:bodyPr/>
          <a:lstStyle/>
          <a:p>
            <a:fld id="{6AA10EC0-CC52-A246-A2C3-81389B6F8C64}" type="slidenum">
              <a:rPr lang="en-US" smtClean="0"/>
              <a:pPr/>
              <a:t>11</a:t>
            </a:fld>
            <a:endParaRPr lang="en-US"/>
          </a:p>
        </p:txBody>
      </p:sp>
      <p:sp>
        <p:nvSpPr>
          <p:cNvPr id="4" name="Title 3">
            <a:extLst>
              <a:ext uri="{FF2B5EF4-FFF2-40B4-BE49-F238E27FC236}">
                <a16:creationId xmlns:a16="http://schemas.microsoft.com/office/drawing/2014/main" id="{0547A1ED-1CE1-69F1-36DA-01DB6A8B3CCB}"/>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sp>
        <p:nvSpPr>
          <p:cNvPr id="2" name="Title 3">
            <a:extLst>
              <a:ext uri="{FF2B5EF4-FFF2-40B4-BE49-F238E27FC236}">
                <a16:creationId xmlns:a16="http://schemas.microsoft.com/office/drawing/2014/main" id="{DE56BF87-B69D-B60E-F597-F7C7DC2E8402}"/>
              </a:ext>
            </a:extLst>
          </p:cNvPr>
          <p:cNvSpPr txBox="1">
            <a:spLocks/>
          </p:cNvSpPr>
          <p:nvPr/>
        </p:nvSpPr>
        <p:spPr>
          <a:xfrm>
            <a:off x="203632" y="526195"/>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r>
              <a:rPr lang="en-US" sz="1400">
                <a:solidFill>
                  <a:schemeClr val="tx1"/>
                </a:solidFill>
              </a:rPr>
              <a:t>Model Training – Hierarchical Clustering</a:t>
            </a:r>
            <a:endParaRPr lang="en-AU" sz="1400">
              <a:solidFill>
                <a:schemeClr val="tx1"/>
              </a:solidFill>
            </a:endParaRPr>
          </a:p>
        </p:txBody>
      </p:sp>
    </p:spTree>
    <p:extLst>
      <p:ext uri="{BB962C8B-B14F-4D97-AF65-F5344CB8AC3E}">
        <p14:creationId xmlns:p14="http://schemas.microsoft.com/office/powerpoint/2010/main" val="971571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0D31-3A08-70A7-0AC2-8B59D6B312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8FEAA1-6884-C824-A3E6-97C21DD993C3}"/>
              </a:ext>
            </a:extLst>
          </p:cNvPr>
          <p:cNvSpPr>
            <a:spLocks noGrp="1"/>
          </p:cNvSpPr>
          <p:nvPr>
            <p:ph type="sldNum" sz="quarter" idx="12"/>
          </p:nvPr>
        </p:nvSpPr>
        <p:spPr/>
        <p:txBody>
          <a:bodyPr/>
          <a:lstStyle/>
          <a:p>
            <a:fld id="{6AA10EC0-CC52-A246-A2C3-81389B6F8C64}" type="slidenum">
              <a:rPr lang="en-US" smtClean="0"/>
              <a:pPr/>
              <a:t>12</a:t>
            </a:fld>
            <a:endParaRPr lang="en-US"/>
          </a:p>
        </p:txBody>
      </p:sp>
      <p:sp>
        <p:nvSpPr>
          <p:cNvPr id="4" name="Title 3">
            <a:extLst>
              <a:ext uri="{FF2B5EF4-FFF2-40B4-BE49-F238E27FC236}">
                <a16:creationId xmlns:a16="http://schemas.microsoft.com/office/drawing/2014/main" id="{0ED5BBB9-5661-3F2C-8436-836343296848}"/>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pic>
        <p:nvPicPr>
          <p:cNvPr id="9" name="Picture 8">
            <a:extLst>
              <a:ext uri="{FF2B5EF4-FFF2-40B4-BE49-F238E27FC236}">
                <a16:creationId xmlns:a16="http://schemas.microsoft.com/office/drawing/2014/main" id="{D17F0F6F-9BC4-131D-305F-4EBFEE9EBC05}"/>
              </a:ext>
            </a:extLst>
          </p:cNvPr>
          <p:cNvPicPr>
            <a:picLocks noChangeAspect="1"/>
          </p:cNvPicPr>
          <p:nvPr/>
        </p:nvPicPr>
        <p:blipFill>
          <a:blip r:embed="rId3"/>
          <a:stretch>
            <a:fillRect/>
          </a:stretch>
        </p:blipFill>
        <p:spPr>
          <a:xfrm>
            <a:off x="262193" y="767213"/>
            <a:ext cx="6209569" cy="3609073"/>
          </a:xfrm>
          <a:prstGeom prst="rect">
            <a:avLst/>
          </a:prstGeom>
        </p:spPr>
      </p:pic>
      <p:pic>
        <p:nvPicPr>
          <p:cNvPr id="10" name="Picture 9" descr="A close-up of a computer code&#10;&#10;AI-generated content may be incorrect.">
            <a:extLst>
              <a:ext uri="{FF2B5EF4-FFF2-40B4-BE49-F238E27FC236}">
                <a16:creationId xmlns:a16="http://schemas.microsoft.com/office/drawing/2014/main" id="{BE7A1959-A57B-BA92-B0EB-C167656699F0}"/>
              </a:ext>
            </a:extLst>
          </p:cNvPr>
          <p:cNvPicPr>
            <a:picLocks noChangeAspect="1"/>
          </p:cNvPicPr>
          <p:nvPr/>
        </p:nvPicPr>
        <p:blipFill>
          <a:blip r:embed="rId4"/>
          <a:stretch>
            <a:fillRect/>
          </a:stretch>
        </p:blipFill>
        <p:spPr>
          <a:xfrm>
            <a:off x="1079156" y="4203824"/>
            <a:ext cx="5943600" cy="878840"/>
          </a:xfrm>
          <a:prstGeom prst="rect">
            <a:avLst/>
          </a:prstGeom>
        </p:spPr>
      </p:pic>
    </p:spTree>
    <p:extLst>
      <p:ext uri="{BB962C8B-B14F-4D97-AF65-F5344CB8AC3E}">
        <p14:creationId xmlns:p14="http://schemas.microsoft.com/office/powerpoint/2010/main" val="3550972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2701-61F0-CD80-1B28-BA6CE6868D2F}"/>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39872EAE-650E-8499-16B4-2D6411A2262B}"/>
              </a:ext>
            </a:extLst>
          </p:cNvPr>
          <p:cNvSpPr>
            <a:spLocks noGrp="1"/>
          </p:cNvSpPr>
          <p:nvPr>
            <p:ph sz="half" idx="13"/>
          </p:nvPr>
        </p:nvSpPr>
        <p:spPr>
          <a:xfrm>
            <a:off x="657946" y="1230322"/>
            <a:ext cx="6838488" cy="3398762"/>
          </a:xfrm>
        </p:spPr>
        <p:txBody>
          <a:bodyPr vert="horz" lIns="90000" tIns="45720" rIns="91440" bIns="45720" rtlCol="0" anchor="t">
            <a:normAutofit/>
          </a:bodyPr>
          <a:lstStyle/>
          <a:p>
            <a:pPr marL="0" marR="0" algn="just">
              <a:lnSpc>
                <a:spcPct val="150000"/>
              </a:lnSpc>
              <a:spcBef>
                <a:spcPts val="0"/>
              </a:spcBef>
              <a:buNone/>
            </a:pPr>
            <a:r>
              <a:rPr lang="en-GB" sz="1300" kern="100">
                <a:effectLst/>
                <a:latin typeface="Arial" panose="020B0604020202020204" pitchFamily="34" charset="0"/>
                <a:ea typeface="Aptos" panose="020B0004020202020204" pitchFamily="34" charset="0"/>
                <a:cs typeface="Arial" panose="020B0604020202020204" pitchFamily="34" charset="0"/>
              </a:rPr>
              <a:t>Metric: Silhouette Score (measures cluster separation quality)</a:t>
            </a:r>
          </a:p>
          <a:p>
            <a:pPr marL="0" marR="0" algn="just">
              <a:lnSpc>
                <a:spcPct val="150000"/>
              </a:lnSpc>
              <a:spcBef>
                <a:spcPts val="0"/>
              </a:spcBef>
              <a:buNone/>
            </a:pPr>
            <a:endParaRPr lang="en-GB" sz="1300" kern="100">
              <a:effectLst/>
              <a:latin typeface="Arial" panose="020B0604020202020204" pitchFamily="34" charset="0"/>
              <a:ea typeface="Aptos" panose="020B0004020202020204" pitchFamily="34" charset="0"/>
              <a:cs typeface="Arial" panose="020B0604020202020204" pitchFamily="34" charset="0"/>
            </a:endParaRPr>
          </a:p>
          <a:p>
            <a:pPr marL="0" marR="0" algn="just">
              <a:lnSpc>
                <a:spcPct val="150000"/>
              </a:lnSpc>
              <a:spcBef>
                <a:spcPts val="0"/>
              </a:spcBef>
              <a:buNone/>
            </a:pPr>
            <a:r>
              <a:rPr lang="en-GB" sz="1300" kern="100">
                <a:effectLst/>
                <a:latin typeface="Arial" panose="020B0604020202020204" pitchFamily="34" charset="0"/>
                <a:ea typeface="Aptos" panose="020B0004020202020204" pitchFamily="34" charset="0"/>
                <a:cs typeface="Arial" panose="020B0604020202020204" pitchFamily="34" charset="0"/>
              </a:rPr>
              <a:t>K-Means Tuning:</a:t>
            </a:r>
          </a:p>
          <a:p>
            <a:pPr marL="15750" indent="-285750" algn="just">
              <a:lnSpc>
                <a:spcPct val="150000"/>
              </a:lnSpc>
              <a:spcBef>
                <a:spcPts val="0"/>
              </a:spcBef>
            </a:pPr>
            <a:r>
              <a:rPr lang="en-GB" sz="1300" kern="100">
                <a:effectLst/>
                <a:latin typeface="Arial" panose="020B0604020202020204" pitchFamily="34" charset="0"/>
                <a:ea typeface="Aptos" panose="020B0004020202020204" pitchFamily="34" charset="0"/>
                <a:cs typeface="Arial" panose="020B0604020202020204" pitchFamily="34" charset="0"/>
              </a:rPr>
              <a:t>Best Score: 0.697 (2 clusters, k-means++)</a:t>
            </a:r>
          </a:p>
          <a:p>
            <a:pPr marL="15750" indent="-285750" algn="just">
              <a:lnSpc>
                <a:spcPct val="150000"/>
              </a:lnSpc>
              <a:spcBef>
                <a:spcPts val="0"/>
              </a:spcBef>
            </a:pPr>
            <a:r>
              <a:rPr lang="en-GB" sz="1300" kern="100">
                <a:effectLst/>
                <a:latin typeface="Arial" panose="020B0604020202020204" pitchFamily="34" charset="0"/>
                <a:ea typeface="Aptos" panose="020B0004020202020204" pitchFamily="34" charset="0"/>
                <a:cs typeface="Arial" panose="020B0604020202020204" pitchFamily="34" charset="0"/>
              </a:rPr>
              <a:t>5 clusters retained for balance between interpretability &amp; performance.</a:t>
            </a:r>
          </a:p>
          <a:p>
            <a:pPr marL="0" marR="0" algn="just">
              <a:lnSpc>
                <a:spcPct val="150000"/>
              </a:lnSpc>
              <a:spcBef>
                <a:spcPts val="0"/>
              </a:spcBef>
              <a:buNone/>
            </a:pPr>
            <a:r>
              <a:rPr lang="en-GB" sz="1300" kern="100">
                <a:effectLst/>
                <a:latin typeface="Arial" panose="020B0604020202020204" pitchFamily="34" charset="0"/>
                <a:ea typeface="Aptos" panose="020B0004020202020204" pitchFamily="34" charset="0"/>
                <a:cs typeface="Arial" panose="020B0604020202020204" pitchFamily="34" charset="0"/>
              </a:rPr>
              <a:t>Hierarchical Tuning:</a:t>
            </a:r>
          </a:p>
          <a:p>
            <a:pPr marL="15750" indent="-285750" algn="just">
              <a:lnSpc>
                <a:spcPct val="150000"/>
              </a:lnSpc>
              <a:spcBef>
                <a:spcPts val="0"/>
              </a:spcBef>
            </a:pPr>
            <a:r>
              <a:rPr lang="en-GB" sz="1300" kern="100">
                <a:effectLst/>
                <a:latin typeface="Arial" panose="020B0604020202020204" pitchFamily="34" charset="0"/>
                <a:ea typeface="Aptos" panose="020B0004020202020204" pitchFamily="34" charset="0"/>
                <a:cs typeface="Arial" panose="020B0604020202020204" pitchFamily="34" charset="0"/>
              </a:rPr>
              <a:t>Best Score: 0.799 (2 clusters, complete linkage)</a:t>
            </a:r>
          </a:p>
          <a:p>
            <a:pPr marL="15750" indent="-285750" algn="just">
              <a:lnSpc>
                <a:spcPct val="150000"/>
              </a:lnSpc>
              <a:spcBef>
                <a:spcPts val="0"/>
              </a:spcBef>
            </a:pPr>
            <a:r>
              <a:rPr lang="en-GB" sz="1300" kern="100">
                <a:effectLst/>
                <a:latin typeface="Arial" panose="020B0604020202020204" pitchFamily="34" charset="0"/>
                <a:ea typeface="Aptos" panose="020B0004020202020204" pitchFamily="34" charset="0"/>
                <a:cs typeface="Arial" panose="020B0604020202020204" pitchFamily="34" charset="0"/>
              </a:rPr>
              <a:t>5 clusters retained for deeper segmentation consistency.</a:t>
            </a:r>
            <a:endParaRPr lang="en-US" sz="130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356D4678-BE26-3A49-DC48-446F402C937D}"/>
              </a:ext>
            </a:extLst>
          </p:cNvPr>
          <p:cNvSpPr>
            <a:spLocks noGrp="1"/>
          </p:cNvSpPr>
          <p:nvPr>
            <p:ph type="sldNum" sz="quarter" idx="12"/>
          </p:nvPr>
        </p:nvSpPr>
        <p:spPr/>
        <p:txBody>
          <a:bodyPr/>
          <a:lstStyle/>
          <a:p>
            <a:fld id="{6AA10EC0-CC52-A246-A2C3-81389B6F8C64}" type="slidenum">
              <a:rPr lang="en-US" smtClean="0"/>
              <a:pPr/>
              <a:t>13</a:t>
            </a:fld>
            <a:endParaRPr lang="en-US"/>
          </a:p>
        </p:txBody>
      </p:sp>
      <p:sp>
        <p:nvSpPr>
          <p:cNvPr id="4" name="Title 3">
            <a:extLst>
              <a:ext uri="{FF2B5EF4-FFF2-40B4-BE49-F238E27FC236}">
                <a16:creationId xmlns:a16="http://schemas.microsoft.com/office/drawing/2014/main" id="{0606AF2A-7EEE-B68B-5F9C-B218961B38B5}"/>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sp>
        <p:nvSpPr>
          <p:cNvPr id="2" name="Title 3">
            <a:extLst>
              <a:ext uri="{FF2B5EF4-FFF2-40B4-BE49-F238E27FC236}">
                <a16:creationId xmlns:a16="http://schemas.microsoft.com/office/drawing/2014/main" id="{398C65FD-1001-4530-0F6C-7C3A973FC311}"/>
              </a:ext>
            </a:extLst>
          </p:cNvPr>
          <p:cNvSpPr txBox="1">
            <a:spLocks/>
          </p:cNvSpPr>
          <p:nvPr/>
        </p:nvSpPr>
        <p:spPr>
          <a:xfrm>
            <a:off x="335440" y="526195"/>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r>
              <a:rPr lang="en-US" sz="1400">
                <a:solidFill>
                  <a:schemeClr val="tx1"/>
                </a:solidFill>
              </a:rPr>
              <a:t>Model Tuning</a:t>
            </a:r>
            <a:endParaRPr lang="en-AU" sz="1400">
              <a:solidFill>
                <a:schemeClr val="tx1"/>
              </a:solidFill>
            </a:endParaRPr>
          </a:p>
        </p:txBody>
      </p:sp>
    </p:spTree>
    <p:extLst>
      <p:ext uri="{BB962C8B-B14F-4D97-AF65-F5344CB8AC3E}">
        <p14:creationId xmlns:p14="http://schemas.microsoft.com/office/powerpoint/2010/main" val="194301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11819-41F0-8003-6A64-60D709C33CA3}"/>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0FE20B8E-6861-832F-53BE-48AEAD14A34A}"/>
              </a:ext>
            </a:extLst>
          </p:cNvPr>
          <p:cNvSpPr>
            <a:spLocks noGrp="1"/>
          </p:cNvSpPr>
          <p:nvPr>
            <p:ph sz="half" idx="13"/>
          </p:nvPr>
        </p:nvSpPr>
        <p:spPr>
          <a:xfrm>
            <a:off x="657946" y="1411558"/>
            <a:ext cx="6838488" cy="3398762"/>
          </a:xfrm>
        </p:spPr>
        <p:txBody>
          <a:bodyPr vert="horz" lIns="90000" tIns="45720" rIns="91440" bIns="45720" rtlCol="0" anchor="t">
            <a:normAutofit/>
          </a:bodyPr>
          <a:lstStyle/>
          <a:p>
            <a:pPr marL="0" marR="0" algn="just">
              <a:lnSpc>
                <a:spcPct val="150000"/>
              </a:lnSpc>
              <a:spcBef>
                <a:spcPts val="0"/>
              </a:spcBef>
              <a:buNone/>
            </a:pPr>
            <a:r>
              <a:rPr lang="en-US" sz="1300" kern="100">
                <a:effectLst/>
                <a:latin typeface="Arial" panose="020B0604020202020204" pitchFamily="34" charset="0"/>
                <a:ea typeface="Aptos" panose="020B0004020202020204" pitchFamily="34" charset="0"/>
                <a:cs typeface="Arial" panose="020B0604020202020204" pitchFamily="34" charset="0"/>
              </a:rPr>
              <a:t>Evaluation Metrics on X_test:</a:t>
            </a:r>
            <a:endParaRPr lang="en-US" sz="130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C510A24C-C479-C50F-0087-DD5F947D67E8}"/>
              </a:ext>
            </a:extLst>
          </p:cNvPr>
          <p:cNvSpPr>
            <a:spLocks noGrp="1"/>
          </p:cNvSpPr>
          <p:nvPr>
            <p:ph type="sldNum" sz="quarter" idx="12"/>
          </p:nvPr>
        </p:nvSpPr>
        <p:spPr/>
        <p:txBody>
          <a:bodyPr/>
          <a:lstStyle/>
          <a:p>
            <a:fld id="{6AA10EC0-CC52-A246-A2C3-81389B6F8C64}" type="slidenum">
              <a:rPr lang="en-US" smtClean="0"/>
              <a:pPr/>
              <a:t>14</a:t>
            </a:fld>
            <a:endParaRPr lang="en-US"/>
          </a:p>
        </p:txBody>
      </p:sp>
      <p:sp>
        <p:nvSpPr>
          <p:cNvPr id="4" name="Title 3">
            <a:extLst>
              <a:ext uri="{FF2B5EF4-FFF2-40B4-BE49-F238E27FC236}">
                <a16:creationId xmlns:a16="http://schemas.microsoft.com/office/drawing/2014/main" id="{C3769B54-4EB1-01B1-7BE2-A68262684416}"/>
              </a:ext>
            </a:extLst>
          </p:cNvPr>
          <p:cNvSpPr>
            <a:spLocks noGrp="1"/>
          </p:cNvSpPr>
          <p:nvPr>
            <p:ph type="title"/>
          </p:nvPr>
        </p:nvSpPr>
        <p:spPr>
          <a:xfrm>
            <a:off x="654821" y="8360"/>
            <a:ext cx="7362077" cy="789958"/>
          </a:xfrm>
        </p:spPr>
        <p:txBody>
          <a:bodyPr>
            <a:normAutofit/>
          </a:bodyPr>
          <a:lstStyle/>
          <a:p>
            <a:pPr algn="ctr"/>
            <a:r>
              <a:rPr lang="en-AU">
                <a:solidFill>
                  <a:schemeClr val="tx1"/>
                </a:solidFill>
              </a:rPr>
              <a:t>CLUSTERING ALGORITHMS</a:t>
            </a:r>
          </a:p>
        </p:txBody>
      </p:sp>
      <p:sp>
        <p:nvSpPr>
          <p:cNvPr id="2" name="Title 3">
            <a:extLst>
              <a:ext uri="{FF2B5EF4-FFF2-40B4-BE49-F238E27FC236}">
                <a16:creationId xmlns:a16="http://schemas.microsoft.com/office/drawing/2014/main" id="{43034863-704C-39D6-BF8E-8D20E757AF25}"/>
              </a:ext>
            </a:extLst>
          </p:cNvPr>
          <p:cNvSpPr txBox="1">
            <a:spLocks/>
          </p:cNvSpPr>
          <p:nvPr/>
        </p:nvSpPr>
        <p:spPr>
          <a:xfrm>
            <a:off x="335440" y="649765"/>
            <a:ext cx="4596493" cy="93761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kern="1200">
                <a:solidFill>
                  <a:schemeClr val="bg2"/>
                </a:solidFill>
                <a:latin typeface="+mn-lt"/>
                <a:ea typeface="+mj-ea"/>
                <a:cs typeface="+mj-cs"/>
              </a:defRPr>
            </a:lvl1pPr>
          </a:lstStyle>
          <a:p>
            <a:r>
              <a:rPr lang="en-US" sz="1400">
                <a:solidFill>
                  <a:schemeClr val="tx1"/>
                </a:solidFill>
              </a:rPr>
              <a:t>Model Evaluation</a:t>
            </a:r>
            <a:endParaRPr lang="en-AU" sz="1400">
              <a:solidFill>
                <a:schemeClr val="tx1"/>
              </a:solidFill>
            </a:endParaRPr>
          </a:p>
        </p:txBody>
      </p:sp>
      <p:pic>
        <p:nvPicPr>
          <p:cNvPr id="11" name="Picture 10">
            <a:extLst>
              <a:ext uri="{FF2B5EF4-FFF2-40B4-BE49-F238E27FC236}">
                <a16:creationId xmlns:a16="http://schemas.microsoft.com/office/drawing/2014/main" id="{4FBC016A-0BF4-310F-B036-58168A073FD8}"/>
              </a:ext>
            </a:extLst>
          </p:cNvPr>
          <p:cNvPicPr>
            <a:picLocks noChangeAspect="1"/>
          </p:cNvPicPr>
          <p:nvPr/>
        </p:nvPicPr>
        <p:blipFill>
          <a:blip r:embed="rId3"/>
          <a:stretch>
            <a:fillRect/>
          </a:stretch>
        </p:blipFill>
        <p:spPr>
          <a:xfrm>
            <a:off x="848497" y="2058009"/>
            <a:ext cx="7558130" cy="1436733"/>
          </a:xfrm>
          <a:prstGeom prst="rect">
            <a:avLst/>
          </a:prstGeom>
        </p:spPr>
      </p:pic>
    </p:spTree>
    <p:extLst>
      <p:ext uri="{BB962C8B-B14F-4D97-AF65-F5344CB8AC3E}">
        <p14:creationId xmlns:p14="http://schemas.microsoft.com/office/powerpoint/2010/main" val="391495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9ED441-243C-453B-B274-E3717F72C3F7}"/>
              </a:ext>
            </a:extLst>
          </p:cNvPr>
          <p:cNvSpPr>
            <a:spLocks noGrp="1"/>
          </p:cNvSpPr>
          <p:nvPr>
            <p:ph sz="half" idx="13"/>
          </p:nvPr>
        </p:nvSpPr>
        <p:spPr>
          <a:xfrm>
            <a:off x="370593" y="3654691"/>
            <a:ext cx="3760273" cy="906106"/>
          </a:xfrm>
        </p:spPr>
        <p:txBody>
          <a:bodyPr vert="horz" lIns="91440" tIns="45720" rIns="91440" bIns="45720" rtlCol="0">
            <a:normAutofit/>
          </a:bodyPr>
          <a:lstStyle/>
          <a:p>
            <a:pPr marL="0" indent="0" defTabSz="914400">
              <a:lnSpc>
                <a:spcPct val="90000"/>
              </a:lnSpc>
              <a:spcBef>
                <a:spcPts val="1000"/>
              </a:spcBef>
              <a:buNone/>
            </a:pPr>
            <a:r>
              <a:rPr lang="en-US" sz="2100">
                <a:latin typeface="+mn-lt"/>
              </a:rPr>
              <a:t> </a:t>
            </a:r>
            <a:endParaRPr lang="en-US" sz="2100" b="1">
              <a:latin typeface="+mn-lt"/>
            </a:endParaRPr>
          </a:p>
        </p:txBody>
      </p:sp>
      <p:sp>
        <p:nvSpPr>
          <p:cNvPr id="3" name="Slide Number Placeholder 2">
            <a:extLst>
              <a:ext uri="{FF2B5EF4-FFF2-40B4-BE49-F238E27FC236}">
                <a16:creationId xmlns:a16="http://schemas.microsoft.com/office/drawing/2014/main" id="{046D6C48-AA40-4621-857F-E8356AF045EA}"/>
              </a:ext>
            </a:extLst>
          </p:cNvPr>
          <p:cNvSpPr>
            <a:spLocks noGrp="1"/>
          </p:cNvSpPr>
          <p:nvPr>
            <p:ph type="sldNum" sz="quarter" idx="12"/>
          </p:nvPr>
        </p:nvSpPr>
        <p:spPr>
          <a:xfrm>
            <a:off x="7874737" y="4767262"/>
            <a:ext cx="902440" cy="273844"/>
          </a:xfrm>
        </p:spPr>
        <p:txBody>
          <a:bodyPr vert="horz" lIns="91440" tIns="45720" rIns="91440" bIns="45720" rtlCol="0" anchor="ctr">
            <a:normAutofit/>
          </a:bodyPr>
          <a:lstStyle/>
          <a:p>
            <a:pPr defTabSz="914400">
              <a:spcAft>
                <a:spcPts val="600"/>
              </a:spcAft>
            </a:pPr>
            <a:fld id="{6AA10EC0-CC52-A246-A2C3-81389B6F8C64}" type="slidenum">
              <a:rPr lang="en-US" sz="900">
                <a:solidFill>
                  <a:schemeClr val="tx1">
                    <a:lumMod val="50000"/>
                    <a:lumOff val="50000"/>
                  </a:schemeClr>
                </a:solidFill>
              </a:rPr>
              <a:pPr defTabSz="914400">
                <a:spcAft>
                  <a:spcPts val="600"/>
                </a:spcAft>
              </a:pPr>
              <a:t>15</a:t>
            </a:fld>
            <a:endParaRPr lang="en-US" sz="900">
              <a:solidFill>
                <a:schemeClr val="tx1">
                  <a:lumMod val="50000"/>
                  <a:lumOff val="50000"/>
                </a:schemeClr>
              </a:solidFill>
            </a:endParaRPr>
          </a:p>
        </p:txBody>
      </p:sp>
      <p:sp>
        <p:nvSpPr>
          <p:cNvPr id="6" name="Title 5">
            <a:extLst>
              <a:ext uri="{FF2B5EF4-FFF2-40B4-BE49-F238E27FC236}">
                <a16:creationId xmlns:a16="http://schemas.microsoft.com/office/drawing/2014/main" id="{AA2F0981-7B74-44FC-59EC-BD11D5ED9091}"/>
              </a:ext>
            </a:extLst>
          </p:cNvPr>
          <p:cNvSpPr>
            <a:spLocks noGrp="1"/>
          </p:cNvSpPr>
          <p:nvPr>
            <p:ph type="title"/>
          </p:nvPr>
        </p:nvSpPr>
        <p:spPr>
          <a:xfrm>
            <a:off x="366823" y="829525"/>
            <a:ext cx="3764306" cy="2403101"/>
          </a:xfrm>
        </p:spPr>
        <p:txBody>
          <a:bodyPr vert="horz" lIns="91440" tIns="45720" rIns="91440" bIns="45720" rtlCol="0" anchor="b">
            <a:normAutofit/>
          </a:bodyPr>
          <a:lstStyle/>
          <a:p>
            <a:pPr defTabSz="914400"/>
            <a:r>
              <a:rPr kumimoji="1" lang="en-US" altLang="zh-CN" sz="3200">
                <a:ln w="8890">
                  <a:noFill/>
                </a:ln>
                <a:solidFill>
                  <a:schemeClr val="tx1"/>
                </a:solidFill>
                <a:latin typeface="+mj-lt"/>
              </a:rPr>
              <a:t>Task 2 </a:t>
            </a:r>
            <a:r>
              <a:rPr lang="en-US" sz="3200">
                <a:solidFill>
                  <a:schemeClr val="tx1"/>
                </a:solidFill>
                <a:latin typeface="+mj-lt"/>
              </a:rPr>
              <a:t>Titanic – </a:t>
            </a:r>
            <a:br>
              <a:rPr lang="en-US" sz="3200">
                <a:solidFill>
                  <a:schemeClr val="tx1"/>
                </a:solidFill>
                <a:latin typeface="+mj-lt"/>
              </a:rPr>
            </a:br>
            <a:br>
              <a:rPr lang="en-US" sz="3200">
                <a:solidFill>
                  <a:schemeClr val="tx1"/>
                </a:solidFill>
                <a:latin typeface="+mj-lt"/>
              </a:rPr>
            </a:br>
            <a:r>
              <a:rPr lang="en-US" sz="3200">
                <a:solidFill>
                  <a:schemeClr val="tx1"/>
                </a:solidFill>
                <a:latin typeface="+mj-lt"/>
              </a:rPr>
              <a:t>Machine Learning from Disaster</a:t>
            </a:r>
            <a:br>
              <a:rPr lang="en-US" sz="3200">
                <a:solidFill>
                  <a:schemeClr val="tx1"/>
                </a:solidFill>
                <a:latin typeface="+mj-lt"/>
              </a:rPr>
            </a:br>
            <a:endParaRPr lang="en-US" sz="3200">
              <a:solidFill>
                <a:schemeClr val="tx1"/>
              </a:solidFill>
              <a:latin typeface="+mj-lt"/>
            </a:endParaRPr>
          </a:p>
        </p:txBody>
      </p:sp>
      <p:pic>
        <p:nvPicPr>
          <p:cNvPr id="7" name="Picture 6" descr="A close-up of a graph&#10;&#10;AI-generated content may be incorrect.">
            <a:extLst>
              <a:ext uri="{FF2B5EF4-FFF2-40B4-BE49-F238E27FC236}">
                <a16:creationId xmlns:a16="http://schemas.microsoft.com/office/drawing/2014/main" id="{033B19D2-C8D1-4C2A-E375-26A32C0401C4}"/>
              </a:ext>
            </a:extLst>
          </p:cNvPr>
          <p:cNvPicPr>
            <a:picLocks noChangeAspect="1"/>
          </p:cNvPicPr>
          <p:nvPr/>
        </p:nvPicPr>
        <p:blipFill>
          <a:blip r:embed="rId3">
            <a:extLst>
              <a:ext uri="{28A0092B-C50C-407E-A947-70E740481C1C}">
                <a14:useLocalDpi xmlns:a14="http://schemas.microsoft.com/office/drawing/2010/main" val="0"/>
              </a:ext>
            </a:extLst>
          </a:blip>
          <a:srcRect r="-2" b="23900"/>
          <a:stretch/>
        </p:blipFill>
        <p:spPr>
          <a:xfrm>
            <a:off x="5245553" y="684990"/>
            <a:ext cx="3531623" cy="1625943"/>
          </a:xfrm>
          <a:prstGeom prst="rect">
            <a:avLst/>
          </a:prstGeom>
        </p:spPr>
      </p:pic>
      <p:pic>
        <p:nvPicPr>
          <p:cNvPr id="5" name="Picture 4" descr="A blue squares with white text&#10;&#10;AI-generated content may be incorrect.">
            <a:extLst>
              <a:ext uri="{FF2B5EF4-FFF2-40B4-BE49-F238E27FC236}">
                <a16:creationId xmlns:a16="http://schemas.microsoft.com/office/drawing/2014/main" id="{6A1539B5-3CE9-A1AB-FB05-1C586E9B36EC}"/>
              </a:ext>
            </a:extLst>
          </p:cNvPr>
          <p:cNvPicPr>
            <a:picLocks noChangeAspect="1"/>
          </p:cNvPicPr>
          <p:nvPr/>
        </p:nvPicPr>
        <p:blipFill>
          <a:blip r:embed="rId4">
            <a:extLst>
              <a:ext uri="{28A0092B-C50C-407E-A947-70E740481C1C}">
                <a14:useLocalDpi xmlns:a14="http://schemas.microsoft.com/office/drawing/2010/main" val="0"/>
              </a:ext>
            </a:extLst>
          </a:blip>
          <a:srcRect l="7687" r="-3" b="-3"/>
          <a:stretch/>
        </p:blipFill>
        <p:spPr>
          <a:xfrm>
            <a:off x="5245553" y="2878471"/>
            <a:ext cx="3531625" cy="1625919"/>
          </a:xfrm>
          <a:prstGeom prst="rect">
            <a:avLst/>
          </a:prstGeom>
        </p:spPr>
      </p:pic>
    </p:spTree>
    <p:extLst>
      <p:ext uri="{BB962C8B-B14F-4D97-AF65-F5344CB8AC3E}">
        <p14:creationId xmlns:p14="http://schemas.microsoft.com/office/powerpoint/2010/main" val="122452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9144000" cy="5143500"/>
          </a:xfrm>
          <a:prstGeom prst="rect">
            <a:avLst/>
          </a:prstGeom>
          <a:gradFill>
            <a:gsLst>
              <a:gs pos="0">
                <a:schemeClr val="accent5">
                  <a:lumMod val="20000"/>
                  <a:lumOff val="80000"/>
                  <a:alpha val="24000"/>
                </a:schemeClr>
              </a:gs>
              <a:gs pos="57000">
                <a:schemeClr val="bg1">
                  <a:alpha val="7000"/>
                </a:schemeClr>
              </a:gs>
            </a:gsLst>
            <a:lin ang="16200000" scaled="0"/>
          </a:gra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3" name="标题 1"/>
          <p:cNvSpPr txBox="1"/>
          <p:nvPr/>
        </p:nvSpPr>
        <p:spPr>
          <a:xfrm>
            <a:off x="-1757065" y="2399856"/>
            <a:ext cx="5440218" cy="5440218"/>
          </a:xfrm>
          <a:prstGeom prst="ellipse">
            <a:avLst/>
          </a:prstGeom>
          <a:solidFill>
            <a:schemeClr val="accent1">
              <a:lumMod val="20000"/>
              <a:lumOff val="80000"/>
              <a:alpha val="50000"/>
            </a:schemeClr>
          </a:soli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4" name="标题 1"/>
          <p:cNvSpPr txBox="1"/>
          <p:nvPr/>
        </p:nvSpPr>
        <p:spPr>
          <a:xfrm>
            <a:off x="3335537" y="942468"/>
            <a:ext cx="2472926" cy="3664745"/>
          </a:xfrm>
          <a:prstGeom prst="roundRect">
            <a:avLst>
              <a:gd name="adj" fmla="val 5972"/>
            </a:avLst>
          </a:prstGeom>
          <a:solidFill>
            <a:schemeClr val="bg1"/>
          </a:solidFill>
          <a:ln w="12700" cap="sq">
            <a:noFill/>
            <a:miter/>
          </a:ln>
          <a:effectLst>
            <a:outerShdw blurRad="508000" sx="101000" sy="101000" algn="ctr" rotWithShape="0">
              <a:schemeClr val="tx1">
                <a:lumMod val="85000"/>
                <a:lumOff val="15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5" name="标题 1"/>
          <p:cNvSpPr txBox="1"/>
          <p:nvPr/>
        </p:nvSpPr>
        <p:spPr>
          <a:xfrm>
            <a:off x="3619880" y="2571750"/>
            <a:ext cx="1904240" cy="1641145"/>
          </a:xfrm>
          <a:prstGeom prst="rect">
            <a:avLst/>
          </a:prstGeom>
          <a:noFill/>
          <a:ln>
            <a:noFill/>
          </a:ln>
        </p:spPr>
        <p:txBody>
          <a:bodyPr vert="horz" wrap="square" lIns="0" tIns="0" rIns="0" bIns="0" rtlCol="0" anchor="t"/>
          <a:lstStyle/>
          <a:p>
            <a:pPr algn="ctr">
              <a:lnSpc>
                <a:spcPct val="150000"/>
              </a:lnSpc>
            </a:pPr>
            <a:r>
              <a:rPr kumimoji="1" lang="en-US" altLang="zh-CN" sz="1200">
                <a:ln w="12700">
                  <a:noFill/>
                </a:ln>
                <a:solidFill>
                  <a:srgbClr val="262626">
                    <a:alpha val="100000"/>
                  </a:srgbClr>
                </a:solidFill>
                <a:latin typeface="Source Han Sans"/>
                <a:ea typeface="Source Han Sans"/>
                <a:cs typeface="Source Han Sans"/>
              </a:rPr>
              <a:t>Utilize Passenger Data</a:t>
            </a:r>
          </a:p>
          <a:p>
            <a:pPr>
              <a:lnSpc>
                <a:spcPct val="150000"/>
              </a:lnSpc>
            </a:pPr>
            <a:endParaRPr kumimoji="1" lang="en-US" altLang="zh-CN" sz="1200">
              <a:ln w="12700">
                <a:noFill/>
              </a:ln>
              <a:solidFill>
                <a:srgbClr val="262626">
                  <a:alpha val="100000"/>
                </a:srgbClr>
              </a:solidFill>
              <a:latin typeface="Source Han Sans"/>
              <a:ea typeface="Source Han Sans"/>
              <a:cs typeface="Source Han Sans"/>
            </a:endParaRPr>
          </a:p>
          <a:p>
            <a:pPr>
              <a:lnSpc>
                <a:spcPct val="150000"/>
              </a:lnSpc>
            </a:pPr>
            <a:r>
              <a:rPr kumimoji="1" lang="en-US" altLang="zh-CN" sz="1200">
                <a:ln w="12700">
                  <a:noFill/>
                </a:ln>
                <a:solidFill>
                  <a:srgbClr val="262626">
                    <a:alpha val="100000"/>
                  </a:srgbClr>
                </a:solidFill>
                <a:latin typeface="Source Han Sans"/>
                <a:ea typeface="Source Han Sans"/>
                <a:cs typeface="Source Han Sans"/>
              </a:rPr>
              <a:t>Use features like name, age, gender, socio- economic class, etc., to build a predictive model.</a:t>
            </a:r>
            <a:endParaRPr kumimoji="1" lang="zh-CN" altLang="en-US" sz="1200"/>
          </a:p>
        </p:txBody>
      </p:sp>
      <p:sp>
        <p:nvSpPr>
          <p:cNvPr id="6" name="标题 1"/>
          <p:cNvSpPr txBox="1"/>
          <p:nvPr/>
        </p:nvSpPr>
        <p:spPr>
          <a:xfrm>
            <a:off x="3910853" y="1118197"/>
            <a:ext cx="1322296" cy="1322294"/>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7" name="标题 1"/>
          <p:cNvSpPr txBox="1"/>
          <p:nvPr/>
        </p:nvSpPr>
        <p:spPr>
          <a:xfrm>
            <a:off x="4034782" y="1794848"/>
            <a:ext cx="1074437" cy="535445"/>
          </a:xfrm>
          <a:prstGeom prst="rect">
            <a:avLst/>
          </a:prstGeom>
          <a:noFill/>
          <a:ln>
            <a:noFill/>
          </a:ln>
        </p:spPr>
        <p:txBody>
          <a:bodyPr vert="horz" wrap="square" lIns="68580" tIns="34290" rIns="68580" bIns="34290" rtlCol="0" anchor="b"/>
          <a:lstStyle/>
          <a:p>
            <a:pPr algn="ctr">
              <a:lnSpc>
                <a:spcPct val="110000"/>
              </a:lnSpc>
            </a:pPr>
            <a:r>
              <a:rPr kumimoji="1" lang="en-US" altLang="zh-CN" sz="3300">
                <a:ln w="12700">
                  <a:noFill/>
                </a:ln>
                <a:solidFill>
                  <a:srgbClr val="FFFFFF">
                    <a:alpha val="100000"/>
                  </a:srgbClr>
                </a:solidFill>
                <a:latin typeface="OPPOSans R"/>
                <a:ea typeface="OPPOSans R"/>
                <a:cs typeface="OPPOSans R"/>
              </a:rPr>
              <a:t>02</a:t>
            </a:r>
            <a:endParaRPr kumimoji="1" lang="zh-CN" altLang="en-US" sz="1350"/>
          </a:p>
        </p:txBody>
      </p:sp>
      <p:sp>
        <p:nvSpPr>
          <p:cNvPr id="8" name="标题 1"/>
          <p:cNvSpPr txBox="1"/>
          <p:nvPr/>
        </p:nvSpPr>
        <p:spPr>
          <a:xfrm>
            <a:off x="4275536" y="1451225"/>
            <a:ext cx="592930" cy="59293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9" name="标题 1"/>
          <p:cNvSpPr txBox="1"/>
          <p:nvPr/>
        </p:nvSpPr>
        <p:spPr>
          <a:xfrm>
            <a:off x="6098058" y="1112728"/>
            <a:ext cx="2243147" cy="3324225"/>
          </a:xfrm>
          <a:prstGeom prst="roundRect">
            <a:avLst>
              <a:gd name="adj" fmla="val 5972"/>
            </a:avLst>
          </a:prstGeom>
          <a:solidFill>
            <a:schemeClr val="bg1"/>
          </a:solidFill>
          <a:ln w="12700" cap="sq">
            <a:noFill/>
            <a:miter/>
          </a:ln>
          <a:effectLst>
            <a:outerShdw blurRad="63500" sx="101000" sy="101000" algn="ctr" rotWithShape="0">
              <a:schemeClr val="tx1">
                <a:lumMod val="85000"/>
                <a:lumOff val="15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0" name="标题 1"/>
          <p:cNvSpPr txBox="1"/>
          <p:nvPr/>
        </p:nvSpPr>
        <p:spPr>
          <a:xfrm>
            <a:off x="6267511" y="2756060"/>
            <a:ext cx="1904240" cy="1488653"/>
          </a:xfrm>
          <a:prstGeom prst="rect">
            <a:avLst/>
          </a:prstGeom>
          <a:noFill/>
          <a:ln>
            <a:noFill/>
          </a:ln>
        </p:spPr>
        <p:txBody>
          <a:bodyPr vert="horz" wrap="square" lIns="0" tIns="0" rIns="0" bIns="0" rtlCol="0" anchor="t"/>
          <a:lstStyle/>
          <a:p>
            <a:pPr algn="ctr">
              <a:lnSpc>
                <a:spcPct val="150000"/>
              </a:lnSpc>
            </a:pPr>
            <a:r>
              <a:rPr kumimoji="1" lang="en-US" altLang="zh-CN" sz="1200">
                <a:ln w="12700">
                  <a:noFill/>
                </a:ln>
                <a:solidFill>
                  <a:srgbClr val="262626">
                    <a:alpha val="100000"/>
                  </a:srgbClr>
                </a:solidFill>
                <a:latin typeface="Source Han Sans"/>
                <a:ea typeface="Source Han Sans"/>
                <a:cs typeface="Source Han Sans"/>
              </a:rPr>
              <a:t>Evaluate Model Performance</a:t>
            </a:r>
          </a:p>
          <a:p>
            <a:pPr algn="ctr">
              <a:lnSpc>
                <a:spcPct val="150000"/>
              </a:lnSpc>
            </a:pPr>
            <a:endParaRPr kumimoji="1" lang="en-US" altLang="zh-CN" sz="1200">
              <a:ln w="12700">
                <a:noFill/>
              </a:ln>
              <a:solidFill>
                <a:srgbClr val="262626">
                  <a:alpha val="100000"/>
                </a:srgbClr>
              </a:solidFill>
              <a:latin typeface="Source Han Sans"/>
              <a:ea typeface="Source Han Sans"/>
              <a:cs typeface="Source Han Sans"/>
            </a:endParaRPr>
          </a:p>
          <a:p>
            <a:pPr>
              <a:lnSpc>
                <a:spcPct val="150000"/>
              </a:lnSpc>
            </a:pPr>
            <a:r>
              <a:rPr kumimoji="1" lang="en-US" altLang="zh-CN" sz="1200">
                <a:ln w="12700">
                  <a:noFill/>
                </a:ln>
                <a:solidFill>
                  <a:srgbClr val="262626">
                    <a:alpha val="100000"/>
                  </a:srgbClr>
                </a:solidFill>
                <a:latin typeface="Source Han Sans"/>
                <a:ea typeface="Source Han Sans"/>
                <a:cs typeface="Source Han Sans"/>
              </a:rPr>
              <a:t>Check out the accuracy, precision, recall, and other important metrics to evaluate how effective the model is.</a:t>
            </a:r>
            <a:endParaRPr kumimoji="1" lang="zh-CN" altLang="en-US" sz="1200"/>
          </a:p>
        </p:txBody>
      </p:sp>
      <p:sp>
        <p:nvSpPr>
          <p:cNvPr id="11" name="标题 1"/>
          <p:cNvSpPr txBox="1"/>
          <p:nvPr/>
        </p:nvSpPr>
        <p:spPr>
          <a:xfrm>
            <a:off x="6558483" y="1288457"/>
            <a:ext cx="1322296" cy="1322294"/>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12" name="标题 1"/>
          <p:cNvSpPr txBox="1"/>
          <p:nvPr/>
        </p:nvSpPr>
        <p:spPr>
          <a:xfrm>
            <a:off x="6682414" y="1965108"/>
            <a:ext cx="1074437" cy="535445"/>
          </a:xfrm>
          <a:prstGeom prst="rect">
            <a:avLst/>
          </a:prstGeom>
          <a:noFill/>
          <a:ln>
            <a:noFill/>
          </a:ln>
        </p:spPr>
        <p:txBody>
          <a:bodyPr vert="horz" wrap="square" lIns="68580" tIns="34290" rIns="68580" bIns="34290" rtlCol="0" anchor="b"/>
          <a:lstStyle/>
          <a:p>
            <a:pPr algn="ctr">
              <a:lnSpc>
                <a:spcPct val="110000"/>
              </a:lnSpc>
            </a:pPr>
            <a:r>
              <a:rPr kumimoji="1" lang="en-US" altLang="zh-CN" sz="3300">
                <a:ln w="12700">
                  <a:noFill/>
                </a:ln>
                <a:solidFill>
                  <a:srgbClr val="FFFFFF">
                    <a:alpha val="100000"/>
                  </a:srgbClr>
                </a:solidFill>
                <a:latin typeface="OPPOSans R"/>
                <a:ea typeface="OPPOSans R"/>
                <a:cs typeface="OPPOSans R"/>
              </a:rPr>
              <a:t>03</a:t>
            </a:r>
            <a:endParaRPr kumimoji="1" lang="zh-CN" altLang="en-US" sz="1350"/>
          </a:p>
        </p:txBody>
      </p:sp>
      <p:sp>
        <p:nvSpPr>
          <p:cNvPr id="13" name="标题 1"/>
          <p:cNvSpPr txBox="1"/>
          <p:nvPr/>
        </p:nvSpPr>
        <p:spPr>
          <a:xfrm>
            <a:off x="6882569" y="1629535"/>
            <a:ext cx="674123" cy="59018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14" name="标题 1"/>
          <p:cNvSpPr txBox="1"/>
          <p:nvPr/>
        </p:nvSpPr>
        <p:spPr>
          <a:xfrm>
            <a:off x="802797" y="1112728"/>
            <a:ext cx="2243147" cy="3324225"/>
          </a:xfrm>
          <a:prstGeom prst="roundRect">
            <a:avLst>
              <a:gd name="adj" fmla="val 5972"/>
            </a:avLst>
          </a:prstGeom>
          <a:solidFill>
            <a:schemeClr val="bg1"/>
          </a:solidFill>
          <a:ln w="12700" cap="sq">
            <a:noFill/>
            <a:miter/>
          </a:ln>
          <a:effectLst>
            <a:outerShdw blurRad="63500" sx="101000" sy="101000" algn="ctr" rotWithShape="0">
              <a:schemeClr val="tx1">
                <a:lumMod val="85000"/>
                <a:lumOff val="15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5" name="标题 1"/>
          <p:cNvSpPr txBox="1"/>
          <p:nvPr/>
        </p:nvSpPr>
        <p:spPr>
          <a:xfrm>
            <a:off x="972250" y="2756060"/>
            <a:ext cx="1904240" cy="1488653"/>
          </a:xfrm>
          <a:prstGeom prst="rect">
            <a:avLst/>
          </a:prstGeom>
          <a:noFill/>
          <a:ln>
            <a:noFill/>
          </a:ln>
        </p:spPr>
        <p:txBody>
          <a:bodyPr vert="horz" wrap="square" lIns="0" tIns="0" rIns="0" bIns="0" rtlCol="0" anchor="t"/>
          <a:lstStyle/>
          <a:p>
            <a:pPr algn="ctr">
              <a:lnSpc>
                <a:spcPct val="150000"/>
              </a:lnSpc>
            </a:pPr>
            <a:r>
              <a:rPr kumimoji="1" lang="en-US" altLang="zh-CN" sz="1200">
                <a:ln w="12700">
                  <a:noFill/>
                </a:ln>
                <a:solidFill>
                  <a:srgbClr val="262626">
                    <a:alpha val="100000"/>
                  </a:srgbClr>
                </a:solidFill>
                <a:latin typeface="Source Han Sans"/>
                <a:ea typeface="Source Han Sans"/>
                <a:cs typeface="Source Han Sans"/>
              </a:rPr>
              <a:t>Develop Classifier Algorithms</a:t>
            </a:r>
          </a:p>
          <a:p>
            <a:pPr>
              <a:lnSpc>
                <a:spcPct val="150000"/>
              </a:lnSpc>
            </a:pPr>
            <a:endParaRPr kumimoji="1" lang="en-US" altLang="zh-CN" sz="1200">
              <a:ln w="12700">
                <a:noFill/>
              </a:ln>
              <a:solidFill>
                <a:srgbClr val="262626">
                  <a:alpha val="100000"/>
                </a:srgbClr>
              </a:solidFill>
              <a:latin typeface="Source Han Sans"/>
              <a:ea typeface="Source Han Sans"/>
              <a:cs typeface="Source Han Sans"/>
            </a:endParaRPr>
          </a:p>
          <a:p>
            <a:pPr>
              <a:lnSpc>
                <a:spcPct val="150000"/>
              </a:lnSpc>
            </a:pPr>
            <a:r>
              <a:rPr kumimoji="1" lang="en-US" altLang="zh-CN" sz="1200">
                <a:ln w="12700">
                  <a:noFill/>
                </a:ln>
                <a:solidFill>
                  <a:srgbClr val="262626">
                    <a:alpha val="100000"/>
                  </a:srgbClr>
                </a:solidFill>
                <a:latin typeface="Source Han Sans"/>
                <a:ea typeface="Source Han Sans"/>
                <a:cs typeface="Source Han Sans"/>
              </a:rPr>
              <a:t>we develop models that can help us figure out which passengers made it through the Titanic shipwreck</a:t>
            </a:r>
            <a:endParaRPr kumimoji="1" lang="zh-CN" altLang="en-US" sz="1200"/>
          </a:p>
        </p:txBody>
      </p:sp>
      <p:sp>
        <p:nvSpPr>
          <p:cNvPr id="16" name="标题 1"/>
          <p:cNvSpPr txBox="1"/>
          <p:nvPr/>
        </p:nvSpPr>
        <p:spPr>
          <a:xfrm>
            <a:off x="1263222" y="1288457"/>
            <a:ext cx="1322296" cy="1322294"/>
          </a:xfrm>
          <a:custGeom>
            <a:avLst/>
            <a:gdLst>
              <a:gd name="T0" fmla="*/ 22 w 562"/>
              <a:gd name="T1" fmla="*/ 241 h 525"/>
              <a:gd name="T2" fmla="*/ 241 w 562"/>
              <a:gd name="T3" fmla="*/ 22 h 525"/>
              <a:gd name="T4" fmla="*/ 321 w 562"/>
              <a:gd name="T5" fmla="*/ 22 h 525"/>
              <a:gd name="T6" fmla="*/ 540 w 562"/>
              <a:gd name="T7" fmla="*/ 241 h 525"/>
              <a:gd name="T8" fmla="*/ 540 w 562"/>
              <a:gd name="T9" fmla="*/ 321 h 525"/>
              <a:gd name="T10" fmla="*/ 401 w 562"/>
              <a:gd name="T11" fmla="*/ 459 h 525"/>
              <a:gd name="T12" fmla="*/ 161 w 562"/>
              <a:gd name="T13" fmla="*/ 459 h 525"/>
              <a:gd name="T14" fmla="*/ 22 w 562"/>
              <a:gd name="T15" fmla="*/ 321 h 525"/>
              <a:gd name="T16" fmla="*/ 22 w 562"/>
              <a:gd name="T17" fmla="*/ 241 h 525"/>
            </a:gdLst>
            <a:ahLst/>
            <a:cxnLst/>
            <a:rect l="0" t="0" r="r" b="b"/>
            <a:pathLst>
              <a:path w="562" h="525">
                <a:moveTo>
                  <a:pt x="22" y="241"/>
                </a:moveTo>
                <a:cubicBezTo>
                  <a:pt x="241" y="22"/>
                  <a:pt x="241" y="22"/>
                  <a:pt x="241" y="22"/>
                </a:cubicBezTo>
                <a:cubicBezTo>
                  <a:pt x="263" y="0"/>
                  <a:pt x="299" y="0"/>
                  <a:pt x="321" y="22"/>
                </a:cubicBezTo>
                <a:cubicBezTo>
                  <a:pt x="540" y="241"/>
                  <a:pt x="540" y="241"/>
                  <a:pt x="540" y="241"/>
                </a:cubicBezTo>
                <a:cubicBezTo>
                  <a:pt x="562" y="263"/>
                  <a:pt x="562" y="299"/>
                  <a:pt x="540" y="321"/>
                </a:cubicBezTo>
                <a:cubicBezTo>
                  <a:pt x="401" y="459"/>
                  <a:pt x="401" y="459"/>
                  <a:pt x="401" y="459"/>
                </a:cubicBezTo>
                <a:cubicBezTo>
                  <a:pt x="335" y="525"/>
                  <a:pt x="227" y="525"/>
                  <a:pt x="161" y="459"/>
                </a:cubicBezTo>
                <a:cubicBezTo>
                  <a:pt x="22" y="321"/>
                  <a:pt x="22" y="321"/>
                  <a:pt x="22" y="321"/>
                </a:cubicBezTo>
                <a:cubicBezTo>
                  <a:pt x="0" y="299"/>
                  <a:pt x="0" y="263"/>
                  <a:pt x="22" y="241"/>
                </a:cubicBezTo>
                <a:close/>
              </a:path>
            </a:pathLst>
          </a:custGeom>
          <a:gradFill>
            <a:gsLst>
              <a:gs pos="0">
                <a:schemeClr val="accent1">
                  <a:lumMod val="40000"/>
                  <a:lumOff val="60000"/>
                </a:schemeClr>
              </a:gs>
              <a:gs pos="31000">
                <a:schemeClr val="accent1">
                  <a:lumMod val="60000"/>
                  <a:lumOff val="40000"/>
                </a:schemeClr>
              </a:gs>
              <a:gs pos="73000">
                <a:schemeClr val="accent1"/>
              </a:gs>
            </a:gsLst>
            <a:path path="circle">
              <a:fillToRect r="100000" b="100000"/>
            </a:path>
            <a:tileRect l="-100000" t="-100000"/>
          </a:gradFill>
          <a:ln w="12700" cap="sq">
            <a:noFill/>
            <a:miter/>
          </a:ln>
          <a:effectLst>
            <a:outerShdw blurRad="444500" dist="317500" dir="5400000" sx="92000" sy="92000" algn="t" rotWithShape="0">
              <a:schemeClr val="accent1">
                <a:lumMod val="75000"/>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17" name="标题 1"/>
          <p:cNvSpPr txBox="1"/>
          <p:nvPr/>
        </p:nvSpPr>
        <p:spPr>
          <a:xfrm>
            <a:off x="1387153" y="1965108"/>
            <a:ext cx="1074437" cy="535445"/>
          </a:xfrm>
          <a:prstGeom prst="rect">
            <a:avLst/>
          </a:prstGeom>
          <a:noFill/>
          <a:ln>
            <a:noFill/>
          </a:ln>
        </p:spPr>
        <p:txBody>
          <a:bodyPr vert="horz" wrap="square" lIns="68580" tIns="34290" rIns="68580" bIns="34290" rtlCol="0" anchor="b"/>
          <a:lstStyle/>
          <a:p>
            <a:pPr algn="ctr">
              <a:lnSpc>
                <a:spcPct val="110000"/>
              </a:lnSpc>
            </a:pPr>
            <a:r>
              <a:rPr kumimoji="1" lang="en-US" altLang="zh-CN" sz="3300">
                <a:ln w="12700">
                  <a:noFill/>
                </a:ln>
                <a:solidFill>
                  <a:srgbClr val="FFFFFF">
                    <a:alpha val="100000"/>
                  </a:srgbClr>
                </a:solidFill>
                <a:latin typeface="OPPOSans R"/>
                <a:ea typeface="OPPOSans R"/>
                <a:cs typeface="OPPOSans R"/>
              </a:rPr>
              <a:t>01</a:t>
            </a:r>
            <a:endParaRPr kumimoji="1" lang="zh-CN" altLang="en-US" sz="1350"/>
          </a:p>
        </p:txBody>
      </p:sp>
      <p:sp>
        <p:nvSpPr>
          <p:cNvPr id="18" name="标题 1"/>
          <p:cNvSpPr txBox="1"/>
          <p:nvPr/>
        </p:nvSpPr>
        <p:spPr>
          <a:xfrm>
            <a:off x="1587308" y="1629535"/>
            <a:ext cx="674123" cy="59018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19" name="标题 1"/>
          <p:cNvSpPr txBox="1"/>
          <p:nvPr/>
        </p:nvSpPr>
        <p:spPr>
          <a:xfrm>
            <a:off x="802797" y="169334"/>
            <a:ext cx="7783177" cy="589349"/>
          </a:xfrm>
          <a:prstGeom prst="rect">
            <a:avLst/>
          </a:prstGeom>
          <a:noFill/>
          <a:ln>
            <a:noFill/>
          </a:ln>
        </p:spPr>
        <p:txBody>
          <a:bodyPr vert="horz" wrap="square" lIns="0" tIns="0" rIns="0" bIns="0" rtlCol="0" anchor="t"/>
          <a:lstStyle/>
          <a:p>
            <a:r>
              <a:rPr kumimoji="1" lang="en-US" altLang="zh-CN">
                <a:ln w="8890">
                  <a:noFill/>
                </a:ln>
                <a:solidFill>
                  <a:srgbClr val="262626">
                    <a:alpha val="100000"/>
                  </a:srgbClr>
                </a:solidFill>
                <a:latin typeface="Abadi" panose="020B0604020104020204" pitchFamily="34" charset="0"/>
                <a:ea typeface="Source Han Sans CN Bold"/>
                <a:cs typeface="Source Han Sans CN Bold"/>
              </a:rPr>
              <a:t>Objective</a:t>
            </a:r>
            <a:endParaRPr kumimoji="1" lang="zh-CN" altLang="en-US">
              <a:latin typeface="Abadi" panose="020B0604020104020204" pitchFamily="34" charset="0"/>
            </a:endParaRPr>
          </a:p>
          <a:p>
            <a:endParaRPr lang="en-AU" sz="2100">
              <a:solidFill>
                <a:srgbClr val="000000"/>
              </a:solidFill>
              <a:latin typeface="Arial" panose="020B0604020202020204" pitchFamily="34" charset="0"/>
            </a:endParaRPr>
          </a:p>
        </p:txBody>
      </p:sp>
      <p:sp>
        <p:nvSpPr>
          <p:cNvPr id="20" name="标题 1"/>
          <p:cNvSpPr txBox="1"/>
          <p:nvPr/>
        </p:nvSpPr>
        <p:spPr>
          <a:xfrm>
            <a:off x="191017" y="158896"/>
            <a:ext cx="294437" cy="318920"/>
          </a:xfrm>
          <a:prstGeom prst="irregularSeal1">
            <a:avLst/>
          </a:prstGeom>
          <a:solidFill>
            <a:schemeClr val="bg1"/>
          </a:solidFill>
          <a:ln w="12700" cap="sq">
            <a:solidFill>
              <a:schemeClr val="accent1"/>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1" name="标题 1"/>
          <p:cNvSpPr txBox="1"/>
          <p:nvPr/>
        </p:nvSpPr>
        <p:spPr>
          <a:xfrm>
            <a:off x="239525" y="207724"/>
            <a:ext cx="194118" cy="210260"/>
          </a:xfrm>
          <a:prstGeom prst="irregularSeal1">
            <a:avLst/>
          </a:prstGeom>
          <a:solidFill>
            <a:schemeClr val="accent1"/>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
        <p:nvSpPr>
          <p:cNvPr id="22" name="标题 1"/>
          <p:cNvSpPr txBox="1"/>
          <p:nvPr/>
        </p:nvSpPr>
        <p:spPr>
          <a:xfrm>
            <a:off x="236435" y="203711"/>
            <a:ext cx="183282" cy="198522"/>
          </a:xfrm>
          <a:prstGeom prst="irregularSeal1">
            <a:avLst/>
          </a:prstGeom>
          <a:noFill/>
          <a:ln w="12700" cap="sq">
            <a:solidFill>
              <a:schemeClr val="tx1">
                <a:lumMod val="85000"/>
                <a:lumOff val="15000"/>
              </a:schemeClr>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3" name="标题 1"/>
          <p:cNvSpPr txBox="1"/>
          <p:nvPr/>
        </p:nvSpPr>
        <p:spPr>
          <a:xfrm>
            <a:off x="304765" y="276519"/>
            <a:ext cx="50864" cy="55093"/>
          </a:xfrm>
          <a:prstGeom prst="irregularSeal1">
            <a:avLst/>
          </a:prstGeom>
          <a:solidFill>
            <a:schemeClr val="tx1">
              <a:lumMod val="85000"/>
              <a:lumOff val="15000"/>
            </a:schemeClr>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rot="5400000">
            <a:off x="81910" y="385831"/>
            <a:ext cx="5151201" cy="5451249"/>
          </a:xfrm>
          <a:prstGeom prst="triangle">
            <a:avLst/>
          </a:prstGeom>
          <a:gradFill>
            <a:gsLst>
              <a:gs pos="30000">
                <a:schemeClr val="accent1">
                  <a:alpha val="0"/>
                </a:schemeClr>
              </a:gs>
              <a:gs pos="70000">
                <a:schemeClr val="accent1">
                  <a:alpha val="5000"/>
                </a:schemeClr>
              </a:gs>
              <a:gs pos="100000">
                <a:schemeClr val="accent1">
                  <a:alpha val="0"/>
                </a:schemeClr>
              </a:gs>
            </a:gsLst>
            <a:lin ang="5400000" scaled="0"/>
          </a:gradFill>
          <a:ln w="12700" cap="flat">
            <a:noFill/>
            <a:miter/>
          </a:ln>
          <a:effectLst/>
        </p:spPr>
        <p:txBody>
          <a:bodyPr vert="horz" wrap="square" lIns="68580" tIns="34290" rIns="68580" bIns="34290" rtlCol="0" anchor="ctr"/>
          <a:lstStyle/>
          <a:p>
            <a:pPr algn="ctr">
              <a:lnSpc>
                <a:spcPct val="100000"/>
              </a:lnSpc>
            </a:pPr>
            <a:endParaRPr kumimoji="1" lang="zh-CN" altLang="en-US" sz="1350"/>
          </a:p>
        </p:txBody>
      </p:sp>
      <p:sp>
        <p:nvSpPr>
          <p:cNvPr id="4" name="标题 1"/>
          <p:cNvSpPr txBox="1"/>
          <p:nvPr/>
        </p:nvSpPr>
        <p:spPr>
          <a:xfrm rot="16200000" flipH="1">
            <a:off x="3854414" y="176193"/>
            <a:ext cx="5143500" cy="5451249"/>
          </a:xfrm>
          <a:prstGeom prst="triangle">
            <a:avLst/>
          </a:prstGeom>
          <a:gradFill>
            <a:gsLst>
              <a:gs pos="30000">
                <a:schemeClr val="accent1">
                  <a:alpha val="0"/>
                </a:schemeClr>
              </a:gs>
              <a:gs pos="70000">
                <a:schemeClr val="accent1">
                  <a:alpha val="5000"/>
                </a:schemeClr>
              </a:gs>
              <a:gs pos="100000">
                <a:schemeClr val="accent1">
                  <a:alpha val="0"/>
                </a:schemeClr>
              </a:gs>
            </a:gsLst>
            <a:lin ang="5400000" scaled="0"/>
          </a:gradFill>
          <a:ln w="12700" cap="flat">
            <a:noFill/>
            <a:miter/>
          </a:ln>
          <a:effectLst/>
        </p:spPr>
        <p:txBody>
          <a:bodyPr vert="horz" wrap="square" lIns="68580" tIns="34290" rIns="68580" bIns="34290" rtlCol="0" anchor="ctr"/>
          <a:lstStyle/>
          <a:p>
            <a:pPr algn="ctr">
              <a:lnSpc>
                <a:spcPct val="100000"/>
              </a:lnSpc>
            </a:pPr>
            <a:endParaRPr kumimoji="1" lang="zh-CN" altLang="en-US" sz="1350"/>
          </a:p>
        </p:txBody>
      </p:sp>
      <p:sp>
        <p:nvSpPr>
          <p:cNvPr id="5" name="标题 1"/>
          <p:cNvSpPr txBox="1"/>
          <p:nvPr/>
        </p:nvSpPr>
        <p:spPr>
          <a:xfrm flipH="1">
            <a:off x="5441860" y="2270220"/>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6" name="标题 1"/>
          <p:cNvSpPr txBox="1"/>
          <p:nvPr/>
        </p:nvSpPr>
        <p:spPr>
          <a:xfrm flipH="1">
            <a:off x="5441860" y="2852537"/>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7" name="标题 1"/>
          <p:cNvSpPr txBox="1"/>
          <p:nvPr/>
        </p:nvSpPr>
        <p:spPr>
          <a:xfrm flipH="1">
            <a:off x="5056154" y="1855804"/>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8" name="标题 1"/>
          <p:cNvSpPr txBox="1"/>
          <p:nvPr/>
        </p:nvSpPr>
        <p:spPr>
          <a:xfrm flipH="1">
            <a:off x="5055335" y="3266953"/>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9" name="标题 1"/>
          <p:cNvSpPr txBox="1"/>
          <p:nvPr/>
        </p:nvSpPr>
        <p:spPr>
          <a:xfrm>
            <a:off x="5128726" y="1928368"/>
            <a:ext cx="138224" cy="138244"/>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1860" cap="flat">
            <a:noFill/>
            <a:miter/>
          </a:ln>
        </p:spPr>
        <p:txBody>
          <a:bodyPr vert="horz" wrap="square" lIns="68580" tIns="34290" rIns="68580" bIns="34290" rtlCol="0" anchor="ctr"/>
          <a:lstStyle/>
          <a:p>
            <a:pPr algn="l">
              <a:lnSpc>
                <a:spcPct val="110000"/>
              </a:lnSpc>
            </a:pPr>
            <a:endParaRPr kumimoji="1" lang="zh-CN" altLang="en-US" sz="1350"/>
          </a:p>
        </p:txBody>
      </p:sp>
      <p:sp>
        <p:nvSpPr>
          <p:cNvPr id="10" name="标题 1"/>
          <p:cNvSpPr txBox="1"/>
          <p:nvPr/>
        </p:nvSpPr>
        <p:spPr>
          <a:xfrm>
            <a:off x="5519766" y="2351791"/>
            <a:ext cx="127558" cy="12022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68580" tIns="34290" rIns="68580" bIns="34290" rtlCol="0" anchor="ctr"/>
          <a:lstStyle/>
          <a:p>
            <a:pPr algn="l">
              <a:lnSpc>
                <a:spcPct val="110000"/>
              </a:lnSpc>
            </a:pPr>
            <a:endParaRPr kumimoji="1" lang="zh-CN" altLang="en-US" sz="1350"/>
          </a:p>
        </p:txBody>
      </p:sp>
      <p:sp>
        <p:nvSpPr>
          <p:cNvPr id="11" name="标题 1"/>
          <p:cNvSpPr txBox="1"/>
          <p:nvPr/>
        </p:nvSpPr>
        <p:spPr>
          <a:xfrm>
            <a:off x="5524018" y="2926243"/>
            <a:ext cx="119051" cy="135959"/>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solidFill>
            <a:schemeClr val="bg1"/>
          </a:solidFill>
          <a:ln cap="flat">
            <a:noFill/>
            <a:miter/>
          </a:ln>
        </p:spPr>
        <p:txBody>
          <a:bodyPr vert="horz" wrap="square" lIns="68580" tIns="34290" rIns="68580" bIns="34290" rtlCol="0" anchor="ctr"/>
          <a:lstStyle/>
          <a:p>
            <a:pPr algn="l">
              <a:lnSpc>
                <a:spcPct val="110000"/>
              </a:lnSpc>
            </a:pPr>
            <a:endParaRPr kumimoji="1" lang="zh-CN" altLang="en-US" sz="1350"/>
          </a:p>
        </p:txBody>
      </p:sp>
      <p:sp>
        <p:nvSpPr>
          <p:cNvPr id="12" name="标题 1"/>
          <p:cNvSpPr txBox="1"/>
          <p:nvPr/>
        </p:nvSpPr>
        <p:spPr>
          <a:xfrm>
            <a:off x="5132056" y="3344708"/>
            <a:ext cx="129917" cy="128887"/>
          </a:xfrm>
          <a:custGeom>
            <a:avLst/>
            <a:gdLst>
              <a:gd name="connsiteX0" fmla="*/ 83227 w 213083"/>
              <a:gd name="connsiteY0" fmla="*/ 136458 h 211394"/>
              <a:gd name="connsiteX1" fmla="*/ 129870 w 213083"/>
              <a:gd name="connsiteY1" fmla="*/ 136458 h 211394"/>
              <a:gd name="connsiteX2" fmla="*/ 130635 w 213083"/>
              <a:gd name="connsiteY2" fmla="*/ 146016 h 211394"/>
              <a:gd name="connsiteX3" fmla="*/ 106548 w 213083"/>
              <a:gd name="connsiteY3" fmla="*/ 196610 h 211394"/>
              <a:gd name="connsiteX4" fmla="*/ 82462 w 213083"/>
              <a:gd name="connsiteY4" fmla="*/ 146016 h 211394"/>
              <a:gd name="connsiteX5" fmla="*/ 83227 w 213083"/>
              <a:gd name="connsiteY5" fmla="*/ 136458 h 211394"/>
              <a:gd name="connsiteX6" fmla="*/ 106549 w 213083"/>
              <a:gd name="connsiteY6" fmla="*/ 95294 h 211394"/>
              <a:gd name="connsiteX7" fmla="*/ 127800 w 213083"/>
              <a:gd name="connsiteY7" fmla="*/ 127154 h 211394"/>
              <a:gd name="connsiteX8" fmla="*/ 85298 w 213083"/>
              <a:gd name="connsiteY8" fmla="*/ 127154 h 211394"/>
              <a:gd name="connsiteX9" fmla="*/ 106549 w 213083"/>
              <a:gd name="connsiteY9" fmla="*/ 95294 h 211394"/>
              <a:gd name="connsiteX10" fmla="*/ 35245 w 213083"/>
              <a:gd name="connsiteY10" fmla="*/ 88158 h 211394"/>
              <a:gd name="connsiteX11" fmla="*/ 74082 w 213083"/>
              <a:gd name="connsiteY11" fmla="*/ 132763 h 211394"/>
              <a:gd name="connsiteX12" fmla="*/ 72904 w 213083"/>
              <a:gd name="connsiteY12" fmla="*/ 146017 h 211394"/>
              <a:gd name="connsiteX13" fmla="*/ 98392 w 213083"/>
              <a:gd name="connsiteY13" fmla="*/ 202218 h 211394"/>
              <a:gd name="connsiteX14" fmla="*/ 65321 w 213083"/>
              <a:gd name="connsiteY14" fmla="*/ 211330 h 211394"/>
              <a:gd name="connsiteX15" fmla="*/ 65321 w 213083"/>
              <a:gd name="connsiteY15" fmla="*/ 211394 h 211394"/>
              <a:gd name="connsiteX16" fmla="*/ 7341 w 213083"/>
              <a:gd name="connsiteY16" fmla="*/ 176163 h 211394"/>
              <a:gd name="connsiteX17" fmla="*/ 35245 w 213083"/>
              <a:gd name="connsiteY17" fmla="*/ 88158 h 211394"/>
              <a:gd name="connsiteX18" fmla="*/ 177852 w 213083"/>
              <a:gd name="connsiteY18" fmla="*/ 88030 h 211394"/>
              <a:gd name="connsiteX19" fmla="*/ 213083 w 213083"/>
              <a:gd name="connsiteY19" fmla="*/ 146009 h 211394"/>
              <a:gd name="connsiteX20" fmla="*/ 147776 w 213083"/>
              <a:gd name="connsiteY20" fmla="*/ 211266 h 211394"/>
              <a:gd name="connsiteX21" fmla="*/ 114705 w 213083"/>
              <a:gd name="connsiteY21" fmla="*/ 202154 h 211394"/>
              <a:gd name="connsiteX22" fmla="*/ 140193 w 213083"/>
              <a:gd name="connsiteY22" fmla="*/ 145952 h 211394"/>
              <a:gd name="connsiteX23" fmla="*/ 139014 w 213083"/>
              <a:gd name="connsiteY23" fmla="*/ 132698 h 211394"/>
              <a:gd name="connsiteX24" fmla="*/ 177852 w 213083"/>
              <a:gd name="connsiteY24" fmla="*/ 88094 h 211394"/>
              <a:gd name="connsiteX25" fmla="*/ 141341 w 213083"/>
              <a:gd name="connsiteY25" fmla="*/ 81067 h 211394"/>
              <a:gd name="connsiteX26" fmla="*/ 169027 w 213083"/>
              <a:gd name="connsiteY26" fmla="*/ 84303 h 211394"/>
              <a:gd name="connsiteX27" fmla="*/ 136784 w 213083"/>
              <a:gd name="connsiteY27" fmla="*/ 123204 h 211394"/>
              <a:gd name="connsiteX28" fmla="*/ 114864 w 213083"/>
              <a:gd name="connsiteY28" fmla="*/ 89783 h 211394"/>
              <a:gd name="connsiteX29" fmla="*/ 141341 w 213083"/>
              <a:gd name="connsiteY29" fmla="*/ 81067 h 211394"/>
              <a:gd name="connsiteX30" fmla="*/ 65321 w 213083"/>
              <a:gd name="connsiteY30" fmla="*/ 80702 h 211394"/>
              <a:gd name="connsiteX31" fmla="*/ 98392 w 213083"/>
              <a:gd name="connsiteY31" fmla="*/ 89782 h 211394"/>
              <a:gd name="connsiteX32" fmla="*/ 76472 w 213083"/>
              <a:gd name="connsiteY32" fmla="*/ 123204 h 211394"/>
              <a:gd name="connsiteX33" fmla="*/ 44070 w 213083"/>
              <a:gd name="connsiteY33" fmla="*/ 84302 h 211394"/>
              <a:gd name="connsiteX34" fmla="*/ 65321 w 213083"/>
              <a:gd name="connsiteY34" fmla="*/ 80702 h 211394"/>
              <a:gd name="connsiteX35" fmla="*/ 106549 w 213083"/>
              <a:gd name="connsiteY35" fmla="*/ 0 h 211394"/>
              <a:gd name="connsiteX36" fmla="*/ 171863 w 213083"/>
              <a:gd name="connsiteY36" fmla="*/ 65314 h 211394"/>
              <a:gd name="connsiteX37" fmla="*/ 171066 w 213083"/>
              <a:gd name="connsiteY37" fmla="*/ 74872 h 211394"/>
              <a:gd name="connsiteX38" fmla="*/ 106549 w 213083"/>
              <a:gd name="connsiteY38" fmla="*/ 83538 h 211394"/>
              <a:gd name="connsiteX39" fmla="*/ 42032 w 213083"/>
              <a:gd name="connsiteY39" fmla="*/ 74872 h 211394"/>
              <a:gd name="connsiteX40" fmla="*/ 41235 w 213083"/>
              <a:gd name="connsiteY40" fmla="*/ 65314 h 211394"/>
              <a:gd name="connsiteX41" fmla="*/ 106549 w 213083"/>
              <a:gd name="connsiteY41" fmla="*/ 0 h 211394"/>
            </a:gdLst>
            <a:ahLst/>
            <a:cxnLst/>
            <a:rect l="l" t="t" r="r" b="b"/>
            <a:pathLst>
              <a:path w="213083" h="211394">
                <a:moveTo>
                  <a:pt x="83227" y="136458"/>
                </a:moveTo>
                <a:cubicBezTo>
                  <a:pt x="98377" y="141429"/>
                  <a:pt x="114720" y="141429"/>
                  <a:pt x="129870" y="136458"/>
                </a:cubicBezTo>
                <a:cubicBezTo>
                  <a:pt x="130351" y="139622"/>
                  <a:pt x="130607" y="142816"/>
                  <a:pt x="130635" y="146016"/>
                </a:cubicBezTo>
                <a:cubicBezTo>
                  <a:pt x="130639" y="165649"/>
                  <a:pt x="121790" y="184236"/>
                  <a:pt x="106548" y="196610"/>
                </a:cubicBezTo>
                <a:cubicBezTo>
                  <a:pt x="91307" y="184236"/>
                  <a:pt x="82458" y="165649"/>
                  <a:pt x="82462" y="146016"/>
                </a:cubicBezTo>
                <a:cubicBezTo>
                  <a:pt x="82490" y="142816"/>
                  <a:pt x="82746" y="139622"/>
                  <a:pt x="83227" y="136458"/>
                </a:cubicBezTo>
                <a:close/>
                <a:moveTo>
                  <a:pt x="106549" y="95294"/>
                </a:moveTo>
                <a:cubicBezTo>
                  <a:pt x="116639" y="103568"/>
                  <a:pt x="124037" y="114659"/>
                  <a:pt x="127800" y="127154"/>
                </a:cubicBezTo>
                <a:cubicBezTo>
                  <a:pt x="114039" y="131955"/>
                  <a:pt x="99059" y="131955"/>
                  <a:pt x="85298" y="127154"/>
                </a:cubicBezTo>
                <a:cubicBezTo>
                  <a:pt x="89060" y="114659"/>
                  <a:pt x="96458" y="103568"/>
                  <a:pt x="106549" y="95294"/>
                </a:cubicBezTo>
                <a:close/>
                <a:moveTo>
                  <a:pt x="35245" y="88158"/>
                </a:moveTo>
                <a:cubicBezTo>
                  <a:pt x="41557" y="107705"/>
                  <a:pt x="55589" y="123821"/>
                  <a:pt x="74082" y="132763"/>
                </a:cubicBezTo>
                <a:cubicBezTo>
                  <a:pt x="73301" y="137137"/>
                  <a:pt x="72906" y="141573"/>
                  <a:pt x="72904" y="146017"/>
                </a:cubicBezTo>
                <a:cubicBezTo>
                  <a:pt x="72900" y="167549"/>
                  <a:pt x="82191" y="188035"/>
                  <a:pt x="98392" y="202218"/>
                </a:cubicBezTo>
                <a:cubicBezTo>
                  <a:pt x="88392" y="208183"/>
                  <a:pt x="76964" y="211331"/>
                  <a:pt x="65321" y="211330"/>
                </a:cubicBezTo>
                <a:lnTo>
                  <a:pt x="65321" y="211394"/>
                </a:lnTo>
                <a:cubicBezTo>
                  <a:pt x="40930" y="211404"/>
                  <a:pt x="18569" y="197816"/>
                  <a:pt x="7341" y="176163"/>
                </a:cubicBezTo>
                <a:cubicBezTo>
                  <a:pt x="-9255" y="144156"/>
                  <a:pt x="3237" y="104755"/>
                  <a:pt x="35245" y="88158"/>
                </a:cubicBezTo>
                <a:close/>
                <a:moveTo>
                  <a:pt x="177852" y="88030"/>
                </a:moveTo>
                <a:cubicBezTo>
                  <a:pt x="199505" y="99258"/>
                  <a:pt x="213093" y="121619"/>
                  <a:pt x="213083" y="146009"/>
                </a:cubicBezTo>
                <a:cubicBezTo>
                  <a:pt x="213069" y="182063"/>
                  <a:pt x="183830" y="211280"/>
                  <a:pt x="147776" y="211266"/>
                </a:cubicBezTo>
                <a:cubicBezTo>
                  <a:pt x="136132" y="211267"/>
                  <a:pt x="124705" y="208119"/>
                  <a:pt x="114705" y="202154"/>
                </a:cubicBezTo>
                <a:cubicBezTo>
                  <a:pt x="130906" y="187971"/>
                  <a:pt x="140197" y="167484"/>
                  <a:pt x="140193" y="145952"/>
                </a:cubicBezTo>
                <a:cubicBezTo>
                  <a:pt x="140190" y="141508"/>
                  <a:pt x="139796" y="137073"/>
                  <a:pt x="139014" y="132698"/>
                </a:cubicBezTo>
                <a:cubicBezTo>
                  <a:pt x="157508" y="123757"/>
                  <a:pt x="171540" y="107641"/>
                  <a:pt x="177852" y="88094"/>
                </a:cubicBezTo>
                <a:close/>
                <a:moveTo>
                  <a:pt x="141341" y="81067"/>
                </a:moveTo>
                <a:cubicBezTo>
                  <a:pt x="150588" y="80131"/>
                  <a:pt x="160036" y="81188"/>
                  <a:pt x="169027" y="84303"/>
                </a:cubicBezTo>
                <a:cubicBezTo>
                  <a:pt x="163904" y="101055"/>
                  <a:pt x="152295" y="115063"/>
                  <a:pt x="136784" y="123204"/>
                </a:cubicBezTo>
                <a:cubicBezTo>
                  <a:pt x="132636" y="110286"/>
                  <a:pt x="125061" y="98734"/>
                  <a:pt x="114864" y="89783"/>
                </a:cubicBezTo>
                <a:cubicBezTo>
                  <a:pt x="123049" y="84930"/>
                  <a:pt x="132094" y="82003"/>
                  <a:pt x="141341" y="81067"/>
                </a:cubicBezTo>
                <a:close/>
                <a:moveTo>
                  <a:pt x="65321" y="80702"/>
                </a:moveTo>
                <a:cubicBezTo>
                  <a:pt x="76960" y="80706"/>
                  <a:pt x="88383" y="83842"/>
                  <a:pt x="98392" y="89782"/>
                </a:cubicBezTo>
                <a:cubicBezTo>
                  <a:pt x="88195" y="98734"/>
                  <a:pt x="80620" y="110285"/>
                  <a:pt x="76472" y="123204"/>
                </a:cubicBezTo>
                <a:cubicBezTo>
                  <a:pt x="60901" y="115095"/>
                  <a:pt x="49230" y="101083"/>
                  <a:pt x="44070" y="84302"/>
                </a:cubicBezTo>
                <a:cubicBezTo>
                  <a:pt x="50906" y="81935"/>
                  <a:pt x="58087" y="80718"/>
                  <a:pt x="65321" y="80702"/>
                </a:cubicBezTo>
                <a:close/>
                <a:moveTo>
                  <a:pt x="106549" y="0"/>
                </a:moveTo>
                <a:cubicBezTo>
                  <a:pt x="142621" y="0"/>
                  <a:pt x="171863" y="29242"/>
                  <a:pt x="171863" y="65314"/>
                </a:cubicBezTo>
                <a:cubicBezTo>
                  <a:pt x="171840" y="68516"/>
                  <a:pt x="171574" y="71711"/>
                  <a:pt x="171066" y="74872"/>
                </a:cubicBezTo>
                <a:cubicBezTo>
                  <a:pt x="149366" y="67747"/>
                  <a:pt x="125599" y="70940"/>
                  <a:pt x="106549" y="83538"/>
                </a:cubicBezTo>
                <a:cubicBezTo>
                  <a:pt x="87498" y="70940"/>
                  <a:pt x="63731" y="67747"/>
                  <a:pt x="42032" y="74872"/>
                </a:cubicBezTo>
                <a:cubicBezTo>
                  <a:pt x="41524" y="71711"/>
                  <a:pt x="41258" y="68516"/>
                  <a:pt x="41235" y="65314"/>
                </a:cubicBezTo>
                <a:cubicBezTo>
                  <a:pt x="41235" y="29242"/>
                  <a:pt x="70477" y="0"/>
                  <a:pt x="106549" y="0"/>
                </a:cubicBezTo>
                <a:close/>
              </a:path>
            </a:pathLst>
          </a:custGeom>
          <a:solidFill>
            <a:schemeClr val="bg1"/>
          </a:solidFill>
          <a:ln w="3175" cap="flat">
            <a:noFill/>
            <a:miter/>
          </a:ln>
        </p:spPr>
        <p:txBody>
          <a:bodyPr vert="horz" wrap="square" lIns="68580" tIns="34290" rIns="68580" bIns="34290" rtlCol="0" anchor="ctr"/>
          <a:lstStyle/>
          <a:p>
            <a:pPr algn="l">
              <a:lnSpc>
                <a:spcPct val="110000"/>
              </a:lnSpc>
            </a:pPr>
            <a:endParaRPr kumimoji="1" lang="zh-CN" altLang="en-US" sz="1350"/>
          </a:p>
        </p:txBody>
      </p:sp>
      <p:sp>
        <p:nvSpPr>
          <p:cNvPr id="13" name="标题 1"/>
          <p:cNvSpPr txBox="1"/>
          <p:nvPr/>
        </p:nvSpPr>
        <p:spPr>
          <a:xfrm>
            <a:off x="3874104" y="1965709"/>
            <a:ext cx="1474708" cy="1474709"/>
          </a:xfrm>
          <a:prstGeom prst="ellipse">
            <a:avLst/>
          </a:prstGeom>
          <a:gradFill>
            <a:gsLst>
              <a:gs pos="65000">
                <a:schemeClr val="accent1">
                  <a:alpha val="0"/>
                </a:schemeClr>
              </a:gs>
              <a:gs pos="100000">
                <a:schemeClr val="accent1">
                  <a:alpha val="15000"/>
                </a:schemeClr>
              </a:gs>
            </a:gsLst>
            <a:path path="circle">
              <a:fillToRect l="50000" t="50000" r="50000" b="50000"/>
            </a:path>
            <a:tileRect/>
          </a:gradFill>
          <a:ln w="12700" cap="sq">
            <a:noFill/>
            <a:miter/>
          </a:ln>
          <a:effectLst>
            <a:outerShdw blurRad="63500" sx="102000" sy="102000" algn="ctr"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14" name="标题 1"/>
          <p:cNvSpPr txBox="1"/>
          <p:nvPr/>
        </p:nvSpPr>
        <p:spPr>
          <a:xfrm rot="17512811">
            <a:off x="4070291" y="2161897"/>
            <a:ext cx="1082334" cy="1082334"/>
          </a:xfrm>
          <a:prstGeom prst="arc">
            <a:avLst>
              <a:gd name="adj1" fmla="val 17327587"/>
              <a:gd name="adj2" fmla="val 1575182"/>
            </a:avLst>
          </a:prstGeom>
          <a:noFill/>
          <a:ln w="15875" cap="sq">
            <a:solidFill>
              <a:schemeClr val="accent1"/>
            </a:solidFill>
            <a:miter/>
            <a:headEnd type="stealth" w="lg" len="lg"/>
            <a:tailEnd type="none"/>
          </a:ln>
        </p:spPr>
        <p:txBody>
          <a:bodyPr vert="horz" wrap="square" lIns="68580" tIns="34290" rIns="68580" bIns="34290" rtlCol="0" anchor="ctr"/>
          <a:lstStyle/>
          <a:p>
            <a:pPr algn="ctr">
              <a:lnSpc>
                <a:spcPct val="100000"/>
              </a:lnSpc>
            </a:pPr>
            <a:endParaRPr kumimoji="1" lang="zh-CN" altLang="en-US" sz="1350"/>
          </a:p>
        </p:txBody>
      </p:sp>
      <p:sp>
        <p:nvSpPr>
          <p:cNvPr id="15" name="标题 1"/>
          <p:cNvSpPr txBox="1"/>
          <p:nvPr/>
        </p:nvSpPr>
        <p:spPr>
          <a:xfrm rot="12112811">
            <a:off x="4070291" y="2161897"/>
            <a:ext cx="1082334" cy="1082334"/>
          </a:xfrm>
          <a:prstGeom prst="arc">
            <a:avLst>
              <a:gd name="adj1" fmla="val 15580316"/>
              <a:gd name="adj2" fmla="val 21505263"/>
            </a:avLst>
          </a:prstGeom>
          <a:noFill/>
          <a:ln w="15875" cap="sq">
            <a:solidFill>
              <a:schemeClr val="accent1"/>
            </a:solidFill>
            <a:miter/>
            <a:headEnd type="stealth" w="lg" len="lg"/>
            <a:tailEnd type="none"/>
          </a:ln>
        </p:spPr>
        <p:txBody>
          <a:bodyPr vert="horz" wrap="square" lIns="68580" tIns="34290" rIns="68580" bIns="34290" rtlCol="0" anchor="ctr"/>
          <a:lstStyle/>
          <a:p>
            <a:pPr algn="ctr">
              <a:lnSpc>
                <a:spcPct val="100000"/>
              </a:lnSpc>
            </a:pPr>
            <a:endParaRPr kumimoji="1" lang="zh-CN" altLang="en-US" sz="1350"/>
          </a:p>
        </p:txBody>
      </p:sp>
      <p:sp>
        <p:nvSpPr>
          <p:cNvPr id="16" name="标题 1"/>
          <p:cNvSpPr txBox="1"/>
          <p:nvPr/>
        </p:nvSpPr>
        <p:spPr>
          <a:xfrm rot="6712811">
            <a:off x="4070291" y="2161897"/>
            <a:ext cx="1082334" cy="1082334"/>
          </a:xfrm>
          <a:prstGeom prst="arc">
            <a:avLst>
              <a:gd name="adj1" fmla="val 13659619"/>
              <a:gd name="adj2" fmla="val 19732669"/>
            </a:avLst>
          </a:prstGeom>
          <a:noFill/>
          <a:ln w="15875" cap="sq">
            <a:solidFill>
              <a:schemeClr val="accent1"/>
            </a:solidFill>
            <a:miter/>
            <a:headEnd type="stealth" w="lg" len="lg"/>
            <a:tailEnd type="none"/>
          </a:ln>
        </p:spPr>
        <p:txBody>
          <a:bodyPr vert="horz" wrap="square" lIns="68580" tIns="34290" rIns="68580" bIns="34290" rtlCol="0" anchor="ctr"/>
          <a:lstStyle/>
          <a:p>
            <a:pPr algn="ctr">
              <a:lnSpc>
                <a:spcPct val="100000"/>
              </a:lnSpc>
            </a:pPr>
            <a:endParaRPr kumimoji="1" lang="zh-CN" altLang="en-US" sz="1350"/>
          </a:p>
        </p:txBody>
      </p:sp>
      <p:sp>
        <p:nvSpPr>
          <p:cNvPr id="17" name="标题 1"/>
          <p:cNvSpPr txBox="1"/>
          <p:nvPr/>
        </p:nvSpPr>
        <p:spPr>
          <a:xfrm flipH="1">
            <a:off x="3726839" y="2530724"/>
            <a:ext cx="500894" cy="344681"/>
          </a:xfrm>
          <a:prstGeom prst="rightArrow">
            <a:avLst>
              <a:gd name="adj1" fmla="val 51321"/>
              <a:gd name="adj2" fmla="val 37166"/>
            </a:avLst>
          </a:prstGeom>
          <a:gradFill>
            <a:gsLst>
              <a:gs pos="0">
                <a:schemeClr val="accent1">
                  <a:lumMod val="60000"/>
                  <a:lumOff val="40000"/>
                </a:schemeClr>
              </a:gs>
              <a:gs pos="69000">
                <a:schemeClr val="accent1">
                  <a:lumMod val="60000"/>
                  <a:lumOff val="40000"/>
                  <a:alpha val="0"/>
                </a:schemeClr>
              </a:gs>
            </a:gsLst>
            <a:lin ang="10800000" scaled="0"/>
          </a:gradFill>
          <a:ln w="12700" cap="sq">
            <a:gradFill>
              <a:gsLst>
                <a:gs pos="0">
                  <a:schemeClr val="accent1">
                    <a:lumMod val="57000"/>
                    <a:lumOff val="43000"/>
                  </a:schemeClr>
                </a:gs>
                <a:gs pos="58000">
                  <a:schemeClr val="accent1">
                    <a:lumMod val="60000"/>
                    <a:lumOff val="40000"/>
                    <a:alpha val="0"/>
                  </a:schemeClr>
                </a:gs>
              </a:gsLst>
              <a:lin ang="10800000" scaled="0"/>
            </a:gradFill>
            <a:miter/>
          </a:ln>
        </p:spPr>
        <p:txBody>
          <a:bodyPr vert="horz" wrap="square" lIns="68580" tIns="34290" rIns="68580" bIns="34290" rtlCol="0" anchor="ctr"/>
          <a:lstStyle/>
          <a:p>
            <a:pPr algn="ctr">
              <a:lnSpc>
                <a:spcPct val="100000"/>
              </a:lnSpc>
            </a:pPr>
            <a:endParaRPr kumimoji="1" lang="zh-CN" altLang="en-US" sz="1350"/>
          </a:p>
        </p:txBody>
      </p:sp>
      <p:sp>
        <p:nvSpPr>
          <p:cNvPr id="18" name="标题 1"/>
          <p:cNvSpPr txBox="1"/>
          <p:nvPr/>
        </p:nvSpPr>
        <p:spPr>
          <a:xfrm>
            <a:off x="4992975" y="2530724"/>
            <a:ext cx="500894" cy="344681"/>
          </a:xfrm>
          <a:prstGeom prst="rightArrow">
            <a:avLst>
              <a:gd name="adj1" fmla="val 51321"/>
              <a:gd name="adj2" fmla="val 37166"/>
            </a:avLst>
          </a:prstGeom>
          <a:gradFill>
            <a:gsLst>
              <a:gs pos="0">
                <a:schemeClr val="accent1">
                  <a:lumMod val="60000"/>
                  <a:lumOff val="40000"/>
                </a:schemeClr>
              </a:gs>
              <a:gs pos="69000">
                <a:schemeClr val="accent1">
                  <a:lumMod val="60000"/>
                  <a:lumOff val="40000"/>
                  <a:alpha val="0"/>
                </a:schemeClr>
              </a:gs>
            </a:gsLst>
            <a:lin ang="10800000" scaled="0"/>
          </a:gradFill>
          <a:ln w="12700" cap="sq">
            <a:gradFill>
              <a:gsLst>
                <a:gs pos="0">
                  <a:schemeClr val="accent1">
                    <a:lumMod val="57000"/>
                    <a:lumOff val="43000"/>
                  </a:schemeClr>
                </a:gs>
                <a:gs pos="58000">
                  <a:schemeClr val="accent1">
                    <a:lumMod val="60000"/>
                    <a:lumOff val="40000"/>
                    <a:alpha val="0"/>
                  </a:schemeClr>
                </a:gs>
              </a:gsLst>
              <a:lin ang="10800000" scaled="0"/>
            </a:gradFill>
            <a:miter/>
          </a:ln>
        </p:spPr>
        <p:txBody>
          <a:bodyPr vert="horz" wrap="square" lIns="68580" tIns="34290" rIns="68580" bIns="34290" rtlCol="0" anchor="ctr"/>
          <a:lstStyle/>
          <a:p>
            <a:pPr algn="ctr">
              <a:lnSpc>
                <a:spcPct val="100000"/>
              </a:lnSpc>
            </a:pPr>
            <a:endParaRPr kumimoji="1" lang="zh-CN" altLang="en-US" sz="1350"/>
          </a:p>
        </p:txBody>
      </p:sp>
      <p:sp>
        <p:nvSpPr>
          <p:cNvPr id="19" name="标题 1"/>
          <p:cNvSpPr txBox="1"/>
          <p:nvPr/>
        </p:nvSpPr>
        <p:spPr>
          <a:xfrm>
            <a:off x="3984865" y="2076470"/>
            <a:ext cx="1253190" cy="1253190"/>
          </a:xfrm>
          <a:prstGeom prst="ellipse">
            <a:avLst/>
          </a:prstGeom>
          <a:gradFill>
            <a:gsLst>
              <a:gs pos="55000">
                <a:schemeClr val="accent1">
                  <a:alpha val="0"/>
                </a:schemeClr>
              </a:gs>
              <a:gs pos="80000">
                <a:schemeClr val="accent1">
                  <a:alpha val="15000"/>
                </a:schemeClr>
              </a:gs>
            </a:gsLst>
            <a:path path="circle">
              <a:fillToRect l="50000" t="50000" r="50000" b="50000"/>
            </a:path>
            <a:tileRect/>
          </a:gradFill>
          <a:ln w="12700" cap="sq">
            <a:noFill/>
            <a:miter/>
          </a:ln>
          <a:effectLst>
            <a:outerShdw blurRad="63500" sx="102000" sy="102000" algn="ctr" rotWithShape="0">
              <a:schemeClr val="accent1">
                <a:alpha val="4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20" name="标题 1"/>
          <p:cNvSpPr txBox="1"/>
          <p:nvPr/>
        </p:nvSpPr>
        <p:spPr>
          <a:xfrm>
            <a:off x="4148547" y="2240154"/>
            <a:ext cx="925823" cy="925823"/>
          </a:xfrm>
          <a:prstGeom prst="ellipse">
            <a:avLst/>
          </a:prstGeom>
          <a:solidFill>
            <a:schemeClr val="accent1"/>
          </a:solidFill>
          <a:ln w="12700" cap="sq">
            <a:noFill/>
            <a:miter/>
          </a:ln>
          <a:effectLst>
            <a:outerShdw blurRad="127000" dist="101600" dir="5400000" algn="t" rotWithShape="0">
              <a:schemeClr val="accent1">
                <a:alpha val="20000"/>
              </a:schemeClr>
            </a:outerShdw>
          </a:effectLst>
        </p:spPr>
        <p:txBody>
          <a:bodyPr vert="horz" wrap="square" lIns="68580" tIns="34290" rIns="68580" bIns="34290" rtlCol="0" anchor="ctr"/>
          <a:lstStyle/>
          <a:p>
            <a:pPr algn="ctr">
              <a:lnSpc>
                <a:spcPct val="100000"/>
              </a:lnSpc>
            </a:pPr>
            <a:endParaRPr kumimoji="1" lang="zh-CN" altLang="en-US" sz="1350"/>
          </a:p>
        </p:txBody>
      </p:sp>
      <p:sp>
        <p:nvSpPr>
          <p:cNvPr id="21" name="标题 1"/>
          <p:cNvSpPr txBox="1"/>
          <p:nvPr/>
        </p:nvSpPr>
        <p:spPr>
          <a:xfrm>
            <a:off x="4294366" y="2385975"/>
            <a:ext cx="634180" cy="634180"/>
          </a:xfrm>
          <a:prstGeom prst="ellipse">
            <a:avLst/>
          </a:prstGeom>
          <a:noFill/>
          <a:ln w="9525" cap="sq">
            <a:solidFill>
              <a:schemeClr val="bg1"/>
            </a:solidFill>
            <a:miter/>
          </a:ln>
        </p:spPr>
        <p:txBody>
          <a:bodyPr vert="horz" wrap="square" lIns="68580" tIns="34290" rIns="68580" bIns="34290" rtlCol="0" anchor="ctr"/>
          <a:lstStyle/>
          <a:p>
            <a:pPr algn="ctr">
              <a:lnSpc>
                <a:spcPct val="100000"/>
              </a:lnSpc>
            </a:pPr>
            <a:endParaRPr kumimoji="1" lang="zh-CN" altLang="en-US" sz="1350"/>
          </a:p>
        </p:txBody>
      </p:sp>
      <p:sp>
        <p:nvSpPr>
          <p:cNvPr id="22" name="标题 1"/>
          <p:cNvSpPr txBox="1"/>
          <p:nvPr/>
        </p:nvSpPr>
        <p:spPr>
          <a:xfrm>
            <a:off x="4442293" y="2554964"/>
            <a:ext cx="338330" cy="296203"/>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rgbClr val="FFFFFF">
              <a:alpha val="100000"/>
            </a:srgbClr>
          </a:solidFill>
          <a:ln w="1553" cap="flat">
            <a:noFill/>
            <a:miter/>
          </a:ln>
        </p:spPr>
        <p:txBody>
          <a:bodyPr vert="horz" wrap="square" lIns="68580" tIns="34290" rIns="68580" bIns="34290" rtlCol="0" anchor="ctr"/>
          <a:lstStyle/>
          <a:p>
            <a:pPr algn="l">
              <a:lnSpc>
                <a:spcPct val="100000"/>
              </a:lnSpc>
            </a:pPr>
            <a:endParaRPr kumimoji="1" lang="zh-CN" altLang="en-US" sz="1350"/>
          </a:p>
        </p:txBody>
      </p:sp>
      <p:sp>
        <p:nvSpPr>
          <p:cNvPr id="23" name="标题 1"/>
          <p:cNvSpPr txBox="1"/>
          <p:nvPr/>
        </p:nvSpPr>
        <p:spPr>
          <a:xfrm>
            <a:off x="3418772" y="2270220"/>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r">
              <a:lnSpc>
                <a:spcPct val="100000"/>
              </a:lnSpc>
            </a:pPr>
            <a:endParaRPr kumimoji="1" lang="zh-CN" altLang="en-US" sz="1350"/>
          </a:p>
        </p:txBody>
      </p:sp>
      <p:sp>
        <p:nvSpPr>
          <p:cNvPr id="24" name="标题 1"/>
          <p:cNvSpPr txBox="1"/>
          <p:nvPr/>
        </p:nvSpPr>
        <p:spPr>
          <a:xfrm>
            <a:off x="3418772" y="2852537"/>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r">
              <a:lnSpc>
                <a:spcPct val="100000"/>
              </a:lnSpc>
            </a:pPr>
            <a:endParaRPr kumimoji="1" lang="zh-CN" altLang="en-US" sz="1350"/>
          </a:p>
        </p:txBody>
      </p:sp>
      <p:sp>
        <p:nvSpPr>
          <p:cNvPr id="25" name="标题 1"/>
          <p:cNvSpPr txBox="1"/>
          <p:nvPr/>
        </p:nvSpPr>
        <p:spPr>
          <a:xfrm>
            <a:off x="3804477" y="1855805"/>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r">
              <a:lnSpc>
                <a:spcPct val="100000"/>
              </a:lnSpc>
            </a:pPr>
            <a:endParaRPr kumimoji="1" lang="zh-CN" altLang="en-US" sz="1350"/>
          </a:p>
        </p:txBody>
      </p:sp>
      <p:sp>
        <p:nvSpPr>
          <p:cNvPr id="26" name="标题 1"/>
          <p:cNvSpPr txBox="1"/>
          <p:nvPr/>
        </p:nvSpPr>
        <p:spPr>
          <a:xfrm>
            <a:off x="3805297" y="3266953"/>
            <a:ext cx="283370" cy="283370"/>
          </a:xfrm>
          <a:custGeom>
            <a:avLst/>
            <a:gdLst>
              <a:gd name="connsiteX0" fmla="*/ 0 w 1222511"/>
              <a:gd name="connsiteY0" fmla="*/ 611256 h 1222511"/>
              <a:gd name="connsiteX1" fmla="*/ 611256 w 1222511"/>
              <a:gd name="connsiteY1" fmla="*/ 0 h 1222511"/>
              <a:gd name="connsiteX2" fmla="*/ 1222512 w 1222511"/>
              <a:gd name="connsiteY2" fmla="*/ 611256 h 1222511"/>
              <a:gd name="connsiteX3" fmla="*/ 611256 w 1222511"/>
              <a:gd name="connsiteY3" fmla="*/ 1222512 h 1222511"/>
              <a:gd name="connsiteX4" fmla="*/ 0 w 1222511"/>
              <a:gd name="connsiteY4" fmla="*/ 611256 h 1222511"/>
            </a:gdLst>
            <a:ahLst/>
            <a:cxnLst/>
            <a:rect l="l" t="t" r="r" b="b"/>
            <a:pathLst>
              <a:path w="1222511" h="1222511">
                <a:moveTo>
                  <a:pt x="0" y="611256"/>
                </a:moveTo>
                <a:cubicBezTo>
                  <a:pt x="0" y="273669"/>
                  <a:pt x="273669" y="0"/>
                  <a:pt x="611256" y="0"/>
                </a:cubicBezTo>
                <a:cubicBezTo>
                  <a:pt x="948843" y="0"/>
                  <a:pt x="1222512" y="273669"/>
                  <a:pt x="1222512" y="611256"/>
                </a:cubicBezTo>
                <a:cubicBezTo>
                  <a:pt x="1222512" y="948843"/>
                  <a:pt x="948843" y="1222512"/>
                  <a:pt x="611256" y="1222512"/>
                </a:cubicBezTo>
                <a:cubicBezTo>
                  <a:pt x="273669" y="1222512"/>
                  <a:pt x="0" y="948843"/>
                  <a:pt x="0" y="611256"/>
                </a:cubicBezTo>
                <a:close/>
              </a:path>
            </a:pathLst>
          </a:custGeom>
          <a:gradFill>
            <a:gsLst>
              <a:gs pos="35000">
                <a:schemeClr val="accent1">
                  <a:lumMod val="60000"/>
                  <a:lumOff val="40000"/>
                </a:schemeClr>
              </a:gs>
              <a:gs pos="100000">
                <a:schemeClr val="accent1"/>
              </a:gs>
            </a:gsLst>
            <a:path path="circle">
              <a:fillToRect r="100000" b="100000"/>
            </a:path>
            <a:tileRect l="-100000" t="-100000"/>
          </a:gradFill>
          <a:ln w="12700" cap="sq">
            <a:noFill/>
            <a:miter/>
          </a:ln>
          <a:effectLst>
            <a:outerShdw blurRad="368300" dist="127000" dir="2400000" sx="98000" sy="98000" algn="tl" rotWithShape="0">
              <a:schemeClr val="accent1">
                <a:alpha val="40000"/>
              </a:schemeClr>
            </a:outerShdw>
          </a:effectLst>
        </p:spPr>
        <p:txBody>
          <a:bodyPr vert="horz" wrap="square" lIns="68580" tIns="34290" rIns="68580" bIns="34290" rtlCol="0" anchor="ctr"/>
          <a:lstStyle/>
          <a:p>
            <a:pPr algn="r">
              <a:lnSpc>
                <a:spcPct val="100000"/>
              </a:lnSpc>
            </a:pPr>
            <a:endParaRPr kumimoji="1" lang="zh-CN" altLang="en-US" sz="1350"/>
          </a:p>
        </p:txBody>
      </p:sp>
      <p:sp>
        <p:nvSpPr>
          <p:cNvPr id="27" name="标题 1"/>
          <p:cNvSpPr txBox="1"/>
          <p:nvPr/>
        </p:nvSpPr>
        <p:spPr>
          <a:xfrm>
            <a:off x="3870689" y="1915732"/>
            <a:ext cx="150950" cy="163516"/>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cap="flat">
            <a:noFill/>
            <a:miter/>
          </a:ln>
          <a:effectLst/>
        </p:spPr>
        <p:txBody>
          <a:bodyPr vert="horz" wrap="square" lIns="68580" tIns="34290" rIns="68580" bIns="34290" rtlCol="0" anchor="ctr"/>
          <a:lstStyle/>
          <a:p>
            <a:pPr algn="l">
              <a:lnSpc>
                <a:spcPct val="110000"/>
              </a:lnSpc>
            </a:pPr>
            <a:endParaRPr kumimoji="1" lang="zh-CN" altLang="en-US" sz="1350"/>
          </a:p>
        </p:txBody>
      </p:sp>
      <p:sp>
        <p:nvSpPr>
          <p:cNvPr id="28" name="标题 1"/>
          <p:cNvSpPr txBox="1"/>
          <p:nvPr/>
        </p:nvSpPr>
        <p:spPr>
          <a:xfrm flipH="1" flipV="1">
            <a:off x="3488134" y="2341915"/>
            <a:ext cx="144648" cy="139982"/>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cap="flat">
            <a:noFill/>
            <a:miter/>
          </a:ln>
        </p:spPr>
        <p:txBody>
          <a:bodyPr vert="horz" wrap="square" lIns="68580" tIns="34290" rIns="68580" bIns="34290" rtlCol="0" anchor="ctr"/>
          <a:lstStyle/>
          <a:p>
            <a:pPr algn="l">
              <a:lnSpc>
                <a:spcPct val="110000"/>
              </a:lnSpc>
            </a:pPr>
            <a:endParaRPr kumimoji="1" lang="zh-CN" altLang="en-US" sz="1350"/>
          </a:p>
        </p:txBody>
      </p:sp>
      <p:sp>
        <p:nvSpPr>
          <p:cNvPr id="29" name="标题 1"/>
          <p:cNvSpPr txBox="1"/>
          <p:nvPr/>
        </p:nvSpPr>
        <p:spPr>
          <a:xfrm>
            <a:off x="3872815" y="3341397"/>
            <a:ext cx="148337" cy="134485"/>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68580" tIns="34290" rIns="68580" bIns="34290" rtlCol="0" anchor="ctr"/>
          <a:lstStyle/>
          <a:p>
            <a:pPr algn="l">
              <a:lnSpc>
                <a:spcPct val="110000"/>
              </a:lnSpc>
            </a:pPr>
            <a:endParaRPr kumimoji="1" lang="zh-CN" altLang="en-US" sz="1350"/>
          </a:p>
        </p:txBody>
      </p:sp>
      <p:sp>
        <p:nvSpPr>
          <p:cNvPr id="30" name="标题 1"/>
          <p:cNvSpPr txBox="1"/>
          <p:nvPr/>
        </p:nvSpPr>
        <p:spPr>
          <a:xfrm>
            <a:off x="3478311" y="2918229"/>
            <a:ext cx="164288" cy="151979"/>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cap="sq">
            <a:noFill/>
            <a:miter/>
          </a:ln>
          <a:effectLst>
            <a:outerShdw blurRad="190500" dist="101600" dir="2700000" algn="tl" rotWithShape="0">
              <a:schemeClr val="accent1">
                <a:lumMod val="50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31" name="标题 1"/>
          <p:cNvSpPr txBox="1"/>
          <p:nvPr/>
        </p:nvSpPr>
        <p:spPr>
          <a:xfrm>
            <a:off x="687621" y="1575195"/>
            <a:ext cx="2853878" cy="526970"/>
          </a:xfrm>
          <a:prstGeom prst="rect">
            <a:avLst/>
          </a:prstGeom>
          <a:noFill/>
          <a:ln cap="sq">
            <a:noFill/>
          </a:ln>
        </p:spPr>
        <p:txBody>
          <a:bodyPr vert="horz" wrap="square" lIns="0" tIns="0" rIns="0" bIns="0" rtlCol="0" anchor="t"/>
          <a:lstStyle/>
          <a:p>
            <a:pPr algn="r">
              <a:lnSpc>
                <a:spcPct val="150000"/>
              </a:lnSpc>
            </a:pPr>
            <a:r>
              <a:rPr kumimoji="1" lang="en-US" altLang="zh-CN" sz="1200">
                <a:ln w="12700">
                  <a:noFill/>
                </a:ln>
                <a:solidFill>
                  <a:srgbClr val="000000">
                    <a:alpha val="100000"/>
                  </a:srgbClr>
                </a:solidFill>
                <a:latin typeface="Source Han Sans"/>
                <a:ea typeface="Source Han Sans"/>
                <a:cs typeface="Source Han Sans"/>
              </a:rPr>
              <a:t>Loaded dataset using pandas.</a:t>
            </a:r>
            <a:endParaRPr kumimoji="1" lang="zh-CN" altLang="en-US" sz="1200"/>
          </a:p>
        </p:txBody>
      </p:sp>
      <p:sp>
        <p:nvSpPr>
          <p:cNvPr id="32" name="标题 1"/>
          <p:cNvSpPr txBox="1"/>
          <p:nvPr/>
        </p:nvSpPr>
        <p:spPr>
          <a:xfrm flipV="1">
            <a:off x="2787736" y="1505743"/>
            <a:ext cx="700398" cy="22741"/>
          </a:xfrm>
          <a:prstGeom prst="roundRect">
            <a:avLst>
              <a:gd name="adj" fmla="val 50000"/>
            </a:avLst>
          </a:prstGeom>
          <a:solidFill>
            <a:schemeClr val="accent1"/>
          </a:solidFill>
          <a:ln w="12700" cap="flat">
            <a:noFill/>
            <a:miter/>
          </a:ln>
          <a:effectLst/>
        </p:spPr>
        <p:txBody>
          <a:bodyPr vert="horz" wrap="square" lIns="68580" tIns="34290" rIns="68580" bIns="34290" rtlCol="0" anchor="ctr"/>
          <a:lstStyle/>
          <a:p>
            <a:pPr algn="r">
              <a:lnSpc>
                <a:spcPct val="100000"/>
              </a:lnSpc>
            </a:pPr>
            <a:endParaRPr kumimoji="1" lang="zh-CN" altLang="en-US" sz="1350"/>
          </a:p>
        </p:txBody>
      </p:sp>
      <p:sp>
        <p:nvSpPr>
          <p:cNvPr id="33" name="标题 1"/>
          <p:cNvSpPr txBox="1"/>
          <p:nvPr/>
        </p:nvSpPr>
        <p:spPr>
          <a:xfrm>
            <a:off x="3442670" y="971178"/>
            <a:ext cx="198331" cy="230671"/>
          </a:xfrm>
          <a:prstGeom prst="rect">
            <a:avLst/>
          </a:prstGeom>
          <a:noFill/>
          <a:ln cap="sq">
            <a:noFill/>
          </a:ln>
        </p:spPr>
        <p:txBody>
          <a:bodyPr vert="horz" wrap="square" lIns="0" tIns="0" rIns="0" bIns="0" rtlCol="0" anchor="b"/>
          <a:lstStyle/>
          <a:p>
            <a:pPr algn="r">
              <a:lnSpc>
                <a:spcPct val="110000"/>
              </a:lnSpc>
            </a:pPr>
            <a:r>
              <a:rPr kumimoji="1" lang="en-US" altLang="zh-CN" sz="1200">
                <a:ln w="12700">
                  <a:noFill/>
                </a:ln>
                <a:solidFill>
                  <a:srgbClr val="4C5D7F">
                    <a:alpha val="100000"/>
                  </a:srgbClr>
                </a:solidFill>
                <a:latin typeface="Source Han Sans CN Bold"/>
                <a:ea typeface="Source Han Sans CN Bold"/>
                <a:cs typeface="Source Han Sans CN Bold"/>
              </a:rPr>
              <a:t>01</a:t>
            </a:r>
            <a:endParaRPr kumimoji="1" lang="zh-CN" altLang="en-US" sz="1350"/>
          </a:p>
        </p:txBody>
      </p:sp>
      <p:sp>
        <p:nvSpPr>
          <p:cNvPr id="34" name="标题 1"/>
          <p:cNvSpPr txBox="1"/>
          <p:nvPr/>
        </p:nvSpPr>
        <p:spPr>
          <a:xfrm>
            <a:off x="303757" y="2687291"/>
            <a:ext cx="2853878" cy="526970"/>
          </a:xfrm>
          <a:prstGeom prst="rect">
            <a:avLst/>
          </a:prstGeom>
          <a:noFill/>
          <a:ln cap="sq">
            <a:noFill/>
          </a:ln>
        </p:spPr>
        <p:txBody>
          <a:bodyPr vert="horz" wrap="square" lIns="0" tIns="0" rIns="0" bIns="0" rtlCol="0" anchor="t"/>
          <a:lstStyle/>
          <a:p>
            <a:pPr>
              <a:lnSpc>
                <a:spcPct val="150000"/>
              </a:lnSpc>
            </a:pPr>
            <a:r>
              <a:rPr kumimoji="1" lang="en-US" altLang="zh-CN" sz="1200">
                <a:ln w="12700">
                  <a:noFill/>
                </a:ln>
                <a:solidFill>
                  <a:srgbClr val="000000">
                    <a:alpha val="100000"/>
                  </a:srgbClr>
                </a:solidFill>
                <a:latin typeface="Source Han Sans"/>
                <a:ea typeface="Source Han Sans"/>
                <a:cs typeface="Source Han Sans"/>
              </a:rPr>
              <a:t>Explored the data to understand its structure and identify missing values.</a:t>
            </a:r>
            <a:endParaRPr kumimoji="1" lang="zh-CN" altLang="en-US" sz="1200"/>
          </a:p>
        </p:txBody>
      </p:sp>
      <p:sp>
        <p:nvSpPr>
          <p:cNvPr id="35" name="标题 1"/>
          <p:cNvSpPr txBox="1"/>
          <p:nvPr/>
        </p:nvSpPr>
        <p:spPr>
          <a:xfrm flipV="1">
            <a:off x="2620173" y="2454609"/>
            <a:ext cx="700398" cy="22741"/>
          </a:xfrm>
          <a:prstGeom prst="roundRect">
            <a:avLst>
              <a:gd name="adj" fmla="val 50000"/>
            </a:avLst>
          </a:prstGeom>
          <a:solidFill>
            <a:schemeClr val="accent1"/>
          </a:solidFill>
          <a:ln w="12700" cap="flat">
            <a:noFill/>
            <a:miter/>
          </a:ln>
          <a:effectLst/>
        </p:spPr>
        <p:txBody>
          <a:bodyPr vert="horz" wrap="square" lIns="68580" tIns="34290" rIns="68580" bIns="34290" rtlCol="0" anchor="ctr"/>
          <a:lstStyle/>
          <a:p>
            <a:pPr algn="r">
              <a:lnSpc>
                <a:spcPct val="100000"/>
              </a:lnSpc>
            </a:pPr>
            <a:endParaRPr kumimoji="1" lang="zh-CN" altLang="en-US" sz="1350"/>
          </a:p>
        </p:txBody>
      </p:sp>
      <p:sp>
        <p:nvSpPr>
          <p:cNvPr id="36" name="标题 1"/>
          <p:cNvSpPr txBox="1"/>
          <p:nvPr/>
        </p:nvSpPr>
        <p:spPr>
          <a:xfrm>
            <a:off x="2878864" y="2194956"/>
            <a:ext cx="198331" cy="230671"/>
          </a:xfrm>
          <a:prstGeom prst="rect">
            <a:avLst/>
          </a:prstGeom>
          <a:noFill/>
          <a:ln cap="sq">
            <a:noFill/>
          </a:ln>
        </p:spPr>
        <p:txBody>
          <a:bodyPr vert="horz" wrap="square" lIns="0" tIns="0" rIns="0" bIns="0" rtlCol="0" anchor="b"/>
          <a:lstStyle/>
          <a:p>
            <a:pPr algn="r">
              <a:lnSpc>
                <a:spcPct val="110000"/>
              </a:lnSpc>
            </a:pPr>
            <a:r>
              <a:rPr kumimoji="1" lang="en-US" altLang="zh-CN" sz="1200">
                <a:ln w="12700">
                  <a:noFill/>
                </a:ln>
                <a:solidFill>
                  <a:srgbClr val="4C5D7F">
                    <a:alpha val="100000"/>
                  </a:srgbClr>
                </a:solidFill>
                <a:latin typeface="Source Han Sans CN Bold"/>
                <a:ea typeface="Source Han Sans CN Bold"/>
                <a:cs typeface="Source Han Sans CN Bold"/>
              </a:rPr>
              <a:t>02</a:t>
            </a:r>
            <a:endParaRPr kumimoji="1" lang="zh-CN" altLang="en-US" sz="1350"/>
          </a:p>
        </p:txBody>
      </p:sp>
      <p:sp>
        <p:nvSpPr>
          <p:cNvPr id="37" name="标题 1"/>
          <p:cNvSpPr txBox="1"/>
          <p:nvPr/>
        </p:nvSpPr>
        <p:spPr>
          <a:xfrm>
            <a:off x="2998317" y="3940539"/>
            <a:ext cx="2887952" cy="725441"/>
          </a:xfrm>
          <a:prstGeom prst="rect">
            <a:avLst/>
          </a:prstGeom>
          <a:noFill/>
          <a:ln cap="sq">
            <a:noFill/>
          </a:ln>
        </p:spPr>
        <p:txBody>
          <a:bodyPr vert="horz" wrap="square" lIns="0" tIns="0" rIns="0" bIns="0" rtlCol="0" anchor="t"/>
          <a:lstStyle/>
          <a:p>
            <a:pPr>
              <a:lnSpc>
                <a:spcPct val="150000"/>
              </a:lnSpc>
            </a:pPr>
            <a:r>
              <a:rPr kumimoji="1" lang="en-US" altLang="zh-CN" sz="1200">
                <a:ln w="12700">
                  <a:noFill/>
                </a:ln>
                <a:solidFill>
                  <a:srgbClr val="000000">
                    <a:alpha val="100000"/>
                  </a:srgbClr>
                </a:solidFill>
                <a:latin typeface="Segoe UI Symbol" panose="020B0502040204020203" pitchFamily="34" charset="0"/>
                <a:ea typeface="Segoe UI Symbol" panose="020B0502040204020203" pitchFamily="34" charset="0"/>
                <a:cs typeface="Source Han Sans"/>
              </a:rPr>
              <a:t>Handle Missing Values by filled with the median age; </a:t>
            </a:r>
            <a:r>
              <a:rPr lang="en-AU" sz="1200">
                <a:latin typeface="Segoe UI Symbol" panose="020B0502040204020203" pitchFamily="34" charset="0"/>
                <a:ea typeface="Segoe UI Symbol" panose="020B0502040204020203" pitchFamily="34" charset="0"/>
              </a:rPr>
              <a:t>Replaced with the mode for Embark; Imputed with the median fare</a:t>
            </a:r>
            <a:endParaRPr kumimoji="1" lang="zh-CN" altLang="en-US" sz="1200">
              <a:latin typeface="Segoe UI Symbol" panose="020B0502040204020203" pitchFamily="34" charset="0"/>
            </a:endParaRPr>
          </a:p>
        </p:txBody>
      </p:sp>
      <p:sp>
        <p:nvSpPr>
          <p:cNvPr id="38" name="标题 1"/>
          <p:cNvSpPr txBox="1"/>
          <p:nvPr/>
        </p:nvSpPr>
        <p:spPr>
          <a:xfrm flipV="1">
            <a:off x="3001744" y="3789421"/>
            <a:ext cx="700398" cy="22741"/>
          </a:xfrm>
          <a:prstGeom prst="roundRect">
            <a:avLst>
              <a:gd name="adj" fmla="val 50000"/>
            </a:avLst>
          </a:prstGeom>
          <a:solidFill>
            <a:schemeClr val="accent1"/>
          </a:solidFill>
          <a:ln w="12700" cap="flat">
            <a:noFill/>
            <a:miter/>
          </a:ln>
          <a:effectLst/>
        </p:spPr>
        <p:txBody>
          <a:bodyPr vert="horz" wrap="square" lIns="68580" tIns="34290" rIns="68580" bIns="34290" rtlCol="0" anchor="ctr"/>
          <a:lstStyle/>
          <a:p>
            <a:pPr algn="r">
              <a:lnSpc>
                <a:spcPct val="100000"/>
              </a:lnSpc>
            </a:pPr>
            <a:endParaRPr kumimoji="1" lang="zh-CN" altLang="en-US" sz="1350"/>
          </a:p>
        </p:txBody>
      </p:sp>
      <p:sp>
        <p:nvSpPr>
          <p:cNvPr id="39" name="标题 1"/>
          <p:cNvSpPr txBox="1"/>
          <p:nvPr/>
        </p:nvSpPr>
        <p:spPr>
          <a:xfrm>
            <a:off x="3208179" y="3512574"/>
            <a:ext cx="198331" cy="230671"/>
          </a:xfrm>
          <a:prstGeom prst="rect">
            <a:avLst/>
          </a:prstGeom>
          <a:noFill/>
          <a:ln cap="sq">
            <a:noFill/>
          </a:ln>
        </p:spPr>
        <p:txBody>
          <a:bodyPr vert="horz" wrap="square" lIns="0" tIns="0" rIns="0" bIns="0" rtlCol="0" anchor="b"/>
          <a:lstStyle/>
          <a:p>
            <a:pPr algn="r">
              <a:lnSpc>
                <a:spcPct val="110000"/>
              </a:lnSpc>
            </a:pPr>
            <a:r>
              <a:rPr kumimoji="1" lang="en-US" altLang="zh-CN" sz="1200">
                <a:ln w="12700">
                  <a:noFill/>
                </a:ln>
                <a:solidFill>
                  <a:srgbClr val="4C5D7F">
                    <a:alpha val="100000"/>
                  </a:srgbClr>
                </a:solidFill>
                <a:latin typeface="Source Han Sans CN Bold"/>
                <a:ea typeface="Source Han Sans CN Bold"/>
                <a:cs typeface="Source Han Sans CN Bold"/>
              </a:rPr>
              <a:t>03</a:t>
            </a:r>
            <a:endParaRPr kumimoji="1" lang="zh-CN" altLang="en-US" sz="1350"/>
          </a:p>
        </p:txBody>
      </p:sp>
      <p:sp>
        <p:nvSpPr>
          <p:cNvPr id="44" name="标题 1"/>
          <p:cNvSpPr txBox="1"/>
          <p:nvPr/>
        </p:nvSpPr>
        <p:spPr>
          <a:xfrm flipH="1">
            <a:off x="5591328" y="1419957"/>
            <a:ext cx="647044" cy="34289"/>
          </a:xfrm>
          <a:prstGeom prst="roundRect">
            <a:avLst>
              <a:gd name="adj" fmla="val 50000"/>
            </a:avLst>
          </a:prstGeom>
          <a:solidFill>
            <a:schemeClr val="accent1"/>
          </a:solidFill>
          <a:ln w="12700" cap="flat">
            <a:noFill/>
            <a:miter/>
          </a:ln>
          <a:effectLst/>
        </p:spPr>
        <p:txBody>
          <a:bodyPr vert="horz" wrap="square" lIns="68580" tIns="34290" rIns="68580" bIns="34290" rtlCol="0" anchor="ctr"/>
          <a:lstStyle/>
          <a:p>
            <a:pPr algn="l">
              <a:lnSpc>
                <a:spcPct val="100000"/>
              </a:lnSpc>
            </a:pPr>
            <a:endParaRPr kumimoji="1" lang="zh-CN" altLang="en-US" sz="1350"/>
          </a:p>
        </p:txBody>
      </p:sp>
      <p:sp>
        <p:nvSpPr>
          <p:cNvPr id="45" name="标题 1"/>
          <p:cNvSpPr txBox="1"/>
          <p:nvPr/>
        </p:nvSpPr>
        <p:spPr>
          <a:xfrm>
            <a:off x="5646113" y="1176601"/>
            <a:ext cx="198331" cy="230671"/>
          </a:xfrm>
          <a:prstGeom prst="rect">
            <a:avLst/>
          </a:prstGeom>
          <a:noFill/>
          <a:ln cap="sq">
            <a:noFill/>
          </a:ln>
        </p:spPr>
        <p:txBody>
          <a:bodyPr vert="horz" wrap="square" lIns="0" tIns="0" rIns="0" bIns="0" rtlCol="0" anchor="b"/>
          <a:lstStyle/>
          <a:p>
            <a:pPr algn="l">
              <a:lnSpc>
                <a:spcPct val="110000"/>
              </a:lnSpc>
            </a:pPr>
            <a:r>
              <a:rPr kumimoji="1" lang="en-US" altLang="zh-CN" sz="1200">
                <a:ln w="12700">
                  <a:noFill/>
                </a:ln>
                <a:solidFill>
                  <a:srgbClr val="4C5D7F">
                    <a:alpha val="100000"/>
                  </a:srgbClr>
                </a:solidFill>
                <a:latin typeface="Source Han Sans CN Bold"/>
                <a:ea typeface="Source Han Sans CN Bold"/>
                <a:cs typeface="Source Han Sans CN Bold"/>
              </a:rPr>
              <a:t>04</a:t>
            </a:r>
            <a:endParaRPr kumimoji="1" lang="zh-CN" altLang="en-US" sz="1350"/>
          </a:p>
        </p:txBody>
      </p:sp>
      <p:sp>
        <p:nvSpPr>
          <p:cNvPr id="47" name="标题 1"/>
          <p:cNvSpPr txBox="1"/>
          <p:nvPr/>
        </p:nvSpPr>
        <p:spPr>
          <a:xfrm flipH="1" flipV="1">
            <a:off x="5860967" y="2609367"/>
            <a:ext cx="700398" cy="22741"/>
          </a:xfrm>
          <a:prstGeom prst="roundRect">
            <a:avLst>
              <a:gd name="adj" fmla="val 50000"/>
            </a:avLst>
          </a:prstGeom>
          <a:solidFill>
            <a:schemeClr val="accent1"/>
          </a:solidFill>
          <a:ln w="12700" cap="flat">
            <a:noFill/>
            <a:miter/>
          </a:ln>
          <a:effectLst/>
        </p:spPr>
        <p:txBody>
          <a:bodyPr vert="horz" wrap="square" lIns="68580" tIns="34290" rIns="68580" bIns="34290" rtlCol="0" anchor="ctr"/>
          <a:lstStyle/>
          <a:p>
            <a:pPr algn="l">
              <a:lnSpc>
                <a:spcPct val="100000"/>
              </a:lnSpc>
            </a:pPr>
            <a:endParaRPr kumimoji="1" lang="zh-CN" altLang="en-US" sz="1350"/>
          </a:p>
        </p:txBody>
      </p:sp>
      <p:sp>
        <p:nvSpPr>
          <p:cNvPr id="48" name="标题 1"/>
          <p:cNvSpPr txBox="1"/>
          <p:nvPr/>
        </p:nvSpPr>
        <p:spPr>
          <a:xfrm>
            <a:off x="5936136" y="2356683"/>
            <a:ext cx="198331" cy="230671"/>
          </a:xfrm>
          <a:prstGeom prst="rect">
            <a:avLst/>
          </a:prstGeom>
          <a:noFill/>
          <a:ln cap="sq">
            <a:noFill/>
          </a:ln>
        </p:spPr>
        <p:txBody>
          <a:bodyPr vert="horz" wrap="square" lIns="0" tIns="0" rIns="0" bIns="0" rtlCol="0" anchor="b"/>
          <a:lstStyle/>
          <a:p>
            <a:pPr algn="l">
              <a:lnSpc>
                <a:spcPct val="110000"/>
              </a:lnSpc>
            </a:pPr>
            <a:r>
              <a:rPr kumimoji="1" lang="en-US" altLang="zh-CN" sz="1200">
                <a:ln w="12700">
                  <a:noFill/>
                </a:ln>
                <a:solidFill>
                  <a:srgbClr val="4C5D7F">
                    <a:alpha val="100000"/>
                  </a:srgbClr>
                </a:solidFill>
                <a:latin typeface="Source Han Sans CN Bold"/>
                <a:ea typeface="Source Han Sans CN Bold"/>
                <a:cs typeface="Source Han Sans CN Bold"/>
              </a:rPr>
              <a:t>05</a:t>
            </a:r>
            <a:endParaRPr kumimoji="1" lang="zh-CN" altLang="en-US" sz="1350"/>
          </a:p>
        </p:txBody>
      </p:sp>
      <p:sp>
        <p:nvSpPr>
          <p:cNvPr id="49" name="标题 1"/>
          <p:cNvSpPr txBox="1"/>
          <p:nvPr/>
        </p:nvSpPr>
        <p:spPr>
          <a:xfrm>
            <a:off x="5772744" y="1603719"/>
            <a:ext cx="2853878" cy="526970"/>
          </a:xfrm>
          <a:prstGeom prst="rect">
            <a:avLst/>
          </a:prstGeom>
          <a:noFill/>
          <a:ln cap="sq">
            <a:noFill/>
          </a:ln>
        </p:spPr>
        <p:txBody>
          <a:bodyPr vert="horz" wrap="square" lIns="0" tIns="0" rIns="0" bIns="0" rtlCol="0" anchor="t"/>
          <a:lstStyle/>
          <a:p>
            <a:pPr algn="l">
              <a:lnSpc>
                <a:spcPct val="150000"/>
              </a:lnSpc>
            </a:pPr>
            <a:r>
              <a:rPr kumimoji="1" lang="en-US" altLang="zh-CN" sz="1050">
                <a:ln w="12700">
                  <a:noFill/>
                </a:ln>
                <a:solidFill>
                  <a:srgbClr val="000000">
                    <a:alpha val="100000"/>
                  </a:srgbClr>
                </a:solidFill>
                <a:latin typeface="Source Han Sans"/>
                <a:ea typeface="Source Han Sans"/>
                <a:cs typeface="Source Han Sans"/>
              </a:rPr>
              <a:t>Created new features like family size and title to enhance the dataset.</a:t>
            </a:r>
            <a:endParaRPr kumimoji="1" lang="zh-CN" altLang="en-US" sz="1350"/>
          </a:p>
        </p:txBody>
      </p:sp>
      <p:sp>
        <p:nvSpPr>
          <p:cNvPr id="52" name="标题 1"/>
          <p:cNvSpPr txBox="1"/>
          <p:nvPr/>
        </p:nvSpPr>
        <p:spPr>
          <a:xfrm>
            <a:off x="5893240" y="2754391"/>
            <a:ext cx="2853878" cy="526970"/>
          </a:xfrm>
          <a:prstGeom prst="rect">
            <a:avLst/>
          </a:prstGeom>
          <a:noFill/>
          <a:ln cap="sq">
            <a:noFill/>
          </a:ln>
        </p:spPr>
        <p:txBody>
          <a:bodyPr vert="horz" wrap="square" lIns="0" tIns="0" rIns="0" bIns="0" rtlCol="0" anchor="t"/>
          <a:lstStyle/>
          <a:p>
            <a:pPr algn="l">
              <a:lnSpc>
                <a:spcPct val="150000"/>
              </a:lnSpc>
            </a:pPr>
            <a:r>
              <a:rPr kumimoji="1" lang="en-US" altLang="zh-CN" sz="1050">
                <a:ln w="12700">
                  <a:noFill/>
                </a:ln>
                <a:solidFill>
                  <a:srgbClr val="000000">
                    <a:alpha val="100000"/>
                  </a:srgbClr>
                </a:solidFill>
                <a:latin typeface="Source Han Sans"/>
                <a:ea typeface="Source Han Sans"/>
                <a:cs typeface="Source Han Sans"/>
              </a:rPr>
              <a:t>Scaled numerical features using Standard Scaler to normalize the data.</a:t>
            </a:r>
            <a:endParaRPr kumimoji="1" lang="zh-CN" altLang="en-US" sz="1350"/>
          </a:p>
        </p:txBody>
      </p:sp>
      <p:sp>
        <p:nvSpPr>
          <p:cNvPr id="55" name="标题 1"/>
          <p:cNvSpPr txBox="1"/>
          <p:nvPr/>
        </p:nvSpPr>
        <p:spPr>
          <a:xfrm>
            <a:off x="588703" y="117199"/>
            <a:ext cx="7783177" cy="402314"/>
          </a:xfrm>
          <a:prstGeom prst="rect">
            <a:avLst/>
          </a:prstGeom>
          <a:noFill/>
          <a:ln>
            <a:noFill/>
          </a:ln>
        </p:spPr>
        <p:txBody>
          <a:bodyPr vert="horz" wrap="square" lIns="0" tIns="0" rIns="0" bIns="0" rtlCol="0" anchor="t"/>
          <a:lstStyle/>
          <a:p>
            <a:pPr algn="l">
              <a:lnSpc>
                <a:spcPct val="130000"/>
              </a:lnSpc>
            </a:pPr>
            <a:r>
              <a:rPr kumimoji="1" lang="en-US" altLang="zh-CN" sz="2100">
                <a:ln w="8890">
                  <a:noFill/>
                </a:ln>
                <a:solidFill>
                  <a:srgbClr val="262626">
                    <a:alpha val="100000"/>
                  </a:srgbClr>
                </a:solidFill>
                <a:latin typeface="Source Han Sans CN Bold"/>
                <a:ea typeface="Source Han Sans CN Bold"/>
                <a:cs typeface="Source Han Sans CN Bold"/>
              </a:rPr>
              <a:t>Data Preprocessing</a:t>
            </a:r>
            <a:endParaRPr kumimoji="1" lang="zh-CN" altLang="en-US" sz="1350"/>
          </a:p>
        </p:txBody>
      </p:sp>
      <p:sp>
        <p:nvSpPr>
          <p:cNvPr id="56" name="标题 1"/>
          <p:cNvSpPr txBox="1"/>
          <p:nvPr/>
        </p:nvSpPr>
        <p:spPr>
          <a:xfrm>
            <a:off x="191017" y="158896"/>
            <a:ext cx="294437" cy="318920"/>
          </a:xfrm>
          <a:prstGeom prst="irregularSeal1">
            <a:avLst/>
          </a:prstGeom>
          <a:solidFill>
            <a:schemeClr val="bg1"/>
          </a:solidFill>
          <a:ln w="12700" cap="sq">
            <a:solidFill>
              <a:schemeClr val="accent1"/>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57" name="标题 1"/>
          <p:cNvSpPr txBox="1"/>
          <p:nvPr/>
        </p:nvSpPr>
        <p:spPr>
          <a:xfrm>
            <a:off x="239525" y="207724"/>
            <a:ext cx="194118" cy="210260"/>
          </a:xfrm>
          <a:prstGeom prst="irregularSeal1">
            <a:avLst/>
          </a:prstGeom>
          <a:solidFill>
            <a:schemeClr val="accent1"/>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
        <p:nvSpPr>
          <p:cNvPr id="58" name="标题 1"/>
          <p:cNvSpPr txBox="1"/>
          <p:nvPr/>
        </p:nvSpPr>
        <p:spPr>
          <a:xfrm>
            <a:off x="236435" y="203711"/>
            <a:ext cx="183282" cy="198522"/>
          </a:xfrm>
          <a:prstGeom prst="irregularSeal1">
            <a:avLst/>
          </a:prstGeom>
          <a:noFill/>
          <a:ln w="12700" cap="sq">
            <a:solidFill>
              <a:schemeClr val="tx1">
                <a:lumMod val="85000"/>
                <a:lumOff val="15000"/>
              </a:schemeClr>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59" name="标题 1"/>
          <p:cNvSpPr txBox="1"/>
          <p:nvPr/>
        </p:nvSpPr>
        <p:spPr>
          <a:xfrm>
            <a:off x="304765" y="276519"/>
            <a:ext cx="50864" cy="55093"/>
          </a:xfrm>
          <a:prstGeom prst="irregularSeal1">
            <a:avLst/>
          </a:prstGeom>
          <a:solidFill>
            <a:schemeClr val="tx1">
              <a:lumMod val="85000"/>
              <a:lumOff val="15000"/>
            </a:schemeClr>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9144000" cy="5143500"/>
          </a:xfrm>
          <a:prstGeom prst="rect">
            <a:avLst/>
          </a:prstGeom>
          <a:gradFill>
            <a:gsLst>
              <a:gs pos="0">
                <a:schemeClr val="accent5">
                  <a:lumMod val="20000"/>
                  <a:lumOff val="80000"/>
                  <a:alpha val="24000"/>
                </a:schemeClr>
              </a:gs>
              <a:gs pos="57000">
                <a:schemeClr val="bg1">
                  <a:alpha val="7000"/>
                </a:schemeClr>
              </a:gs>
            </a:gsLst>
            <a:lin ang="16200000" scaled="0"/>
          </a:gra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3" name="标题 1"/>
          <p:cNvSpPr txBox="1"/>
          <p:nvPr/>
        </p:nvSpPr>
        <p:spPr>
          <a:xfrm>
            <a:off x="1019840" y="1209670"/>
            <a:ext cx="2166120" cy="3191141"/>
          </a:xfrm>
          <a:prstGeom prst="roundRect">
            <a:avLst>
              <a:gd name="adj" fmla="val 6391"/>
            </a:avLst>
          </a:prstGeom>
          <a:gradFill>
            <a:gsLst>
              <a:gs pos="53000">
                <a:schemeClr val="bg1"/>
              </a:gs>
              <a:gs pos="100000">
                <a:schemeClr val="bg1">
                  <a:alpha val="0"/>
                </a:schemeClr>
              </a:gs>
            </a:gsLst>
            <a:lin ang="5400000" scaled="0"/>
          </a:gradFill>
          <a:ln w="19050" cap="sq">
            <a:noFill/>
            <a:miter/>
          </a:ln>
          <a:effectLst>
            <a:outerShdw blurRad="101600" sx="102000" sy="102000" algn="ctr" rotWithShape="0">
              <a:schemeClr val="accent1">
                <a:alpha val="21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4" name="标题 1"/>
          <p:cNvSpPr txBox="1"/>
          <p:nvPr/>
        </p:nvSpPr>
        <p:spPr>
          <a:xfrm flipV="1">
            <a:off x="1765711" y="1192980"/>
            <a:ext cx="674378" cy="343913"/>
          </a:xfrm>
          <a:prstGeom prst="trapezoid">
            <a:avLst/>
          </a:prstGeom>
          <a:solidFill>
            <a:schemeClr val="accent1"/>
          </a:solidFill>
          <a:ln cap="sq">
            <a:noFill/>
            <a:miter/>
          </a:ln>
        </p:spPr>
        <p:txBody>
          <a:bodyPr vert="horz" wrap="square" lIns="68580" tIns="34290" rIns="68580" bIns="34290" rtlCol="0" anchor="ctr"/>
          <a:lstStyle/>
          <a:p>
            <a:pPr algn="ctr">
              <a:lnSpc>
                <a:spcPct val="110000"/>
              </a:lnSpc>
            </a:pPr>
            <a:endParaRPr kumimoji="1" lang="zh-CN" altLang="en-US" sz="1350"/>
          </a:p>
        </p:txBody>
      </p:sp>
      <p:sp>
        <p:nvSpPr>
          <p:cNvPr id="5" name="标题 1"/>
          <p:cNvSpPr txBox="1"/>
          <p:nvPr/>
        </p:nvSpPr>
        <p:spPr>
          <a:xfrm>
            <a:off x="3488940" y="1209670"/>
            <a:ext cx="2166120" cy="3191141"/>
          </a:xfrm>
          <a:prstGeom prst="roundRect">
            <a:avLst>
              <a:gd name="adj" fmla="val 6391"/>
            </a:avLst>
          </a:prstGeom>
          <a:gradFill>
            <a:gsLst>
              <a:gs pos="53000">
                <a:schemeClr val="bg1"/>
              </a:gs>
              <a:gs pos="100000">
                <a:schemeClr val="bg1">
                  <a:alpha val="0"/>
                </a:schemeClr>
              </a:gs>
            </a:gsLst>
            <a:lin ang="5400000" scaled="0"/>
          </a:gradFill>
          <a:ln w="19050" cap="sq">
            <a:noFill/>
            <a:miter/>
          </a:ln>
          <a:effectLst>
            <a:outerShdw blurRad="101600" sx="102000" sy="102000" algn="ctr" rotWithShape="0">
              <a:schemeClr val="accent2">
                <a:alpha val="21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6" name="标题 1"/>
          <p:cNvSpPr txBox="1"/>
          <p:nvPr/>
        </p:nvSpPr>
        <p:spPr>
          <a:xfrm flipV="1">
            <a:off x="4234811" y="1192980"/>
            <a:ext cx="674378" cy="343913"/>
          </a:xfrm>
          <a:prstGeom prst="trapezoid">
            <a:avLst/>
          </a:prstGeom>
          <a:solidFill>
            <a:schemeClr val="accent2"/>
          </a:solidFill>
          <a:ln cap="sq">
            <a:noFill/>
            <a:miter/>
          </a:ln>
        </p:spPr>
        <p:txBody>
          <a:bodyPr vert="horz" wrap="square" lIns="68580" tIns="34290" rIns="68580" bIns="34290" rtlCol="0" anchor="ctr"/>
          <a:lstStyle/>
          <a:p>
            <a:pPr algn="ctr">
              <a:lnSpc>
                <a:spcPct val="110000"/>
              </a:lnSpc>
            </a:pPr>
            <a:endParaRPr kumimoji="1" lang="zh-CN" altLang="en-US" sz="1350"/>
          </a:p>
        </p:txBody>
      </p:sp>
      <p:sp>
        <p:nvSpPr>
          <p:cNvPr id="7" name="标题 1"/>
          <p:cNvSpPr txBox="1"/>
          <p:nvPr/>
        </p:nvSpPr>
        <p:spPr>
          <a:xfrm>
            <a:off x="5958041" y="1209670"/>
            <a:ext cx="2166120" cy="3191141"/>
          </a:xfrm>
          <a:prstGeom prst="roundRect">
            <a:avLst>
              <a:gd name="adj" fmla="val 6391"/>
            </a:avLst>
          </a:prstGeom>
          <a:gradFill>
            <a:gsLst>
              <a:gs pos="53000">
                <a:schemeClr val="bg1"/>
              </a:gs>
              <a:gs pos="100000">
                <a:schemeClr val="bg1">
                  <a:alpha val="0"/>
                </a:schemeClr>
              </a:gs>
            </a:gsLst>
            <a:lin ang="5400000" scaled="0"/>
          </a:gradFill>
          <a:ln w="19050" cap="sq">
            <a:noFill/>
            <a:miter/>
          </a:ln>
          <a:effectLst>
            <a:outerShdw blurRad="101600" sx="102000" sy="102000" algn="ctr" rotWithShape="0">
              <a:schemeClr val="accent1">
                <a:alpha val="21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8" name="标题 1"/>
          <p:cNvSpPr txBox="1"/>
          <p:nvPr/>
        </p:nvSpPr>
        <p:spPr>
          <a:xfrm flipV="1">
            <a:off x="6703912" y="1192980"/>
            <a:ext cx="674378" cy="343913"/>
          </a:xfrm>
          <a:prstGeom prst="trapezoid">
            <a:avLst/>
          </a:prstGeom>
          <a:solidFill>
            <a:schemeClr val="accent1"/>
          </a:solidFill>
          <a:ln cap="sq">
            <a:noFill/>
            <a:miter/>
          </a:ln>
        </p:spPr>
        <p:txBody>
          <a:bodyPr vert="horz" wrap="square" lIns="68580" tIns="34290" rIns="68580" bIns="34290" rtlCol="0" anchor="ctr"/>
          <a:lstStyle/>
          <a:p>
            <a:pPr algn="ctr">
              <a:lnSpc>
                <a:spcPct val="110000"/>
              </a:lnSpc>
            </a:pPr>
            <a:endParaRPr kumimoji="1" lang="zh-CN" altLang="en-US" sz="1350"/>
          </a:p>
        </p:txBody>
      </p:sp>
      <p:sp>
        <p:nvSpPr>
          <p:cNvPr id="9" name="标题 1"/>
          <p:cNvSpPr txBox="1"/>
          <p:nvPr/>
        </p:nvSpPr>
        <p:spPr>
          <a:xfrm>
            <a:off x="0" y="3933830"/>
            <a:ext cx="9144000" cy="329880"/>
          </a:xfrm>
          <a:custGeom>
            <a:avLst/>
            <a:gdLst>
              <a:gd name="connsiteX0" fmla="*/ 10193812 w 10957753"/>
              <a:gd name="connsiteY0" fmla="*/ 0 h 613460"/>
              <a:gd name="connsiteX1" fmla="*/ 10957753 w 10957753"/>
              <a:gd name="connsiteY1" fmla="*/ 613460 h 613460"/>
              <a:gd name="connsiteX2" fmla="*/ 0 w 10957753"/>
              <a:gd name="connsiteY2" fmla="*/ 613460 h 613460"/>
              <a:gd name="connsiteX3" fmla="*/ 0 w 10957753"/>
              <a:gd name="connsiteY3" fmla="*/ 377622 h 613460"/>
              <a:gd name="connsiteX4" fmla="*/ 10193812 w 10957753"/>
              <a:gd name="connsiteY4" fmla="*/ 377622 h 613460"/>
            </a:gdLst>
            <a:ahLst/>
            <a:cxnLst/>
            <a:rect l="l" t="t" r="r" b="b"/>
            <a:pathLst>
              <a:path w="10957753" h="613460">
                <a:moveTo>
                  <a:pt x="10193812" y="0"/>
                </a:moveTo>
                <a:lnTo>
                  <a:pt x="10957753" y="613460"/>
                </a:lnTo>
                <a:lnTo>
                  <a:pt x="0" y="613460"/>
                </a:lnTo>
                <a:lnTo>
                  <a:pt x="0" y="377622"/>
                </a:lnTo>
                <a:lnTo>
                  <a:pt x="10193812" y="377622"/>
                </a:lnTo>
                <a:close/>
              </a:path>
            </a:pathLst>
          </a:custGeom>
          <a:gradFill>
            <a:gsLst>
              <a:gs pos="1000">
                <a:schemeClr val="accent1">
                  <a:alpha val="0"/>
                </a:schemeClr>
              </a:gs>
              <a:gs pos="100000">
                <a:schemeClr val="accent1"/>
              </a:gs>
            </a:gsLst>
            <a:lin ang="0" scaled="0"/>
          </a:gra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10" name="标题 1"/>
          <p:cNvSpPr txBox="1"/>
          <p:nvPr/>
        </p:nvSpPr>
        <p:spPr>
          <a:xfrm>
            <a:off x="1135380" y="1656448"/>
            <a:ext cx="1935040" cy="2082571"/>
          </a:xfrm>
          <a:prstGeom prst="rect">
            <a:avLst/>
          </a:prstGeom>
          <a:noFill/>
          <a:ln cap="sq">
            <a:noFill/>
          </a:ln>
        </p:spPr>
        <p:txBody>
          <a:bodyPr vert="horz" wrap="square" lIns="0" tIns="0" rIns="0" bIns="0" rtlCol="0" anchor="t"/>
          <a:lstStyle/>
          <a:p>
            <a:pPr algn="ctr">
              <a:lnSpc>
                <a:spcPct val="150000"/>
              </a:lnSpc>
            </a:pPr>
            <a:r>
              <a:rPr kumimoji="1" lang="en-US" altLang="zh-CN" sz="1200" b="1">
                <a:ln w="12700">
                  <a:noFill/>
                </a:ln>
                <a:solidFill>
                  <a:srgbClr val="000000">
                    <a:alpha val="100000"/>
                  </a:srgbClr>
                </a:solidFill>
                <a:latin typeface="Source Han Sans"/>
                <a:ea typeface="Source Han Sans"/>
                <a:cs typeface="Source Han Sans"/>
              </a:rPr>
              <a:t>Divide Data
</a:t>
            </a:r>
            <a:r>
              <a:rPr kumimoji="1" lang="en-US" altLang="zh-CN" sz="1200">
                <a:ln w="12700">
                  <a:noFill/>
                </a:ln>
                <a:solidFill>
                  <a:srgbClr val="000000">
                    <a:alpha val="100000"/>
                  </a:srgbClr>
                </a:solidFill>
                <a:latin typeface="Source Han Sans"/>
                <a:ea typeface="Source Han Sans"/>
                <a:cs typeface="Source Han Sans"/>
              </a:rPr>
              <a:t>
Split the preprocessed training data into training and evaluation sets.</a:t>
            </a:r>
            <a:endParaRPr kumimoji="1" lang="zh-CN" altLang="en-US" sz="1200"/>
          </a:p>
        </p:txBody>
      </p:sp>
      <p:sp>
        <p:nvSpPr>
          <p:cNvPr id="11" name="标题 1"/>
          <p:cNvSpPr txBox="1"/>
          <p:nvPr/>
        </p:nvSpPr>
        <p:spPr>
          <a:xfrm>
            <a:off x="3604481" y="1656448"/>
            <a:ext cx="1935040" cy="2082571"/>
          </a:xfrm>
          <a:prstGeom prst="rect">
            <a:avLst/>
          </a:prstGeom>
          <a:noFill/>
          <a:ln cap="sq">
            <a:noFill/>
          </a:ln>
        </p:spPr>
        <p:txBody>
          <a:bodyPr vert="horz" wrap="square" lIns="0" tIns="0" rIns="0" bIns="0" rtlCol="0" anchor="t"/>
          <a:lstStyle/>
          <a:p>
            <a:pPr algn="ctr">
              <a:lnSpc>
                <a:spcPct val="150000"/>
              </a:lnSpc>
            </a:pPr>
            <a:r>
              <a:rPr kumimoji="1" lang="en-US" altLang="zh-CN" sz="1200">
                <a:ln w="12700">
                  <a:noFill/>
                </a:ln>
                <a:solidFill>
                  <a:srgbClr val="000000">
                    <a:alpha val="100000"/>
                  </a:srgbClr>
                </a:solidFill>
                <a:latin typeface="Source Han Sans"/>
                <a:ea typeface="Source Han Sans"/>
                <a:cs typeface="Source Han Sans"/>
              </a:rPr>
              <a:t>80/20 Split
Used an 80/20 split to ensure sufficient data for training and evaluation.</a:t>
            </a:r>
            <a:endParaRPr kumimoji="1" lang="zh-CN" altLang="en-US" sz="1200"/>
          </a:p>
        </p:txBody>
      </p:sp>
      <p:sp>
        <p:nvSpPr>
          <p:cNvPr id="12" name="标题 1"/>
          <p:cNvSpPr txBox="1"/>
          <p:nvPr/>
        </p:nvSpPr>
        <p:spPr>
          <a:xfrm>
            <a:off x="6073581" y="1656448"/>
            <a:ext cx="1935040" cy="2082571"/>
          </a:xfrm>
          <a:prstGeom prst="rect">
            <a:avLst/>
          </a:prstGeom>
          <a:noFill/>
          <a:ln cap="sq">
            <a:noFill/>
          </a:ln>
        </p:spPr>
        <p:txBody>
          <a:bodyPr vert="horz" wrap="square" lIns="0" tIns="0" rIns="0" bIns="0" rtlCol="0" anchor="t"/>
          <a:lstStyle/>
          <a:p>
            <a:pPr algn="ctr">
              <a:lnSpc>
                <a:spcPct val="150000"/>
              </a:lnSpc>
            </a:pPr>
            <a:r>
              <a:rPr kumimoji="1" lang="en-US" altLang="zh-CN" sz="1200">
                <a:ln w="12700">
                  <a:noFill/>
                </a:ln>
                <a:solidFill>
                  <a:srgbClr val="000000">
                    <a:alpha val="100000"/>
                  </a:srgbClr>
                </a:solidFill>
                <a:latin typeface="Source Han Sans"/>
                <a:ea typeface="Source Han Sans"/>
                <a:cs typeface="Source Han Sans"/>
              </a:rPr>
              <a:t>Assess Performance
This split allows us to assess model performance and tune hyperparameters effectively.</a:t>
            </a:r>
            <a:endParaRPr kumimoji="1" lang="zh-CN" altLang="en-US" sz="1200"/>
          </a:p>
        </p:txBody>
      </p:sp>
      <p:sp>
        <p:nvSpPr>
          <p:cNvPr id="13" name="标题 1"/>
          <p:cNvSpPr txBox="1"/>
          <p:nvPr/>
        </p:nvSpPr>
        <p:spPr>
          <a:xfrm>
            <a:off x="1886538" y="3958194"/>
            <a:ext cx="432723" cy="432723"/>
          </a:xfrm>
          <a:prstGeom prst="ellipse">
            <a:avLst/>
          </a:prstGeom>
          <a:gradFill>
            <a:gsLst>
              <a:gs pos="0">
                <a:schemeClr val="accent1">
                  <a:lumMod val="60000"/>
                  <a:lumOff val="40000"/>
                </a:schemeClr>
              </a:gs>
              <a:gs pos="83000">
                <a:schemeClr val="accent1">
                  <a:lumMod val="100000"/>
                </a:schemeClr>
              </a:gs>
            </a:gsLst>
            <a:lin ang="3000000" scaled="0"/>
          </a:gradFill>
          <a:ln w="41275" cap="sq">
            <a:solidFill>
              <a:schemeClr val="bg1"/>
            </a:solidFill>
            <a:miter/>
          </a:ln>
          <a:effectLst>
            <a:outerShdw blurRad="101600" dist="101600" dir="5400000" algn="t" rotWithShape="0">
              <a:schemeClr val="accent3">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4" name="标题 1"/>
          <p:cNvSpPr txBox="1"/>
          <p:nvPr/>
        </p:nvSpPr>
        <p:spPr>
          <a:xfrm flipH="1" flipV="1">
            <a:off x="2002866" y="4077749"/>
            <a:ext cx="200069" cy="193614"/>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1860" cap="flat">
            <a:noFill/>
            <a:miter/>
          </a:ln>
        </p:spPr>
        <p:txBody>
          <a:bodyPr vert="horz" wrap="square" lIns="68580" tIns="34290" rIns="68580" bIns="34290" rtlCol="0" anchor="ctr"/>
          <a:lstStyle/>
          <a:p>
            <a:pPr algn="ctr">
              <a:lnSpc>
                <a:spcPct val="100000"/>
              </a:lnSpc>
            </a:pPr>
            <a:endParaRPr kumimoji="1" lang="zh-CN" altLang="en-US" sz="1350"/>
          </a:p>
        </p:txBody>
      </p:sp>
      <p:sp>
        <p:nvSpPr>
          <p:cNvPr id="15" name="标题 1"/>
          <p:cNvSpPr txBox="1"/>
          <p:nvPr/>
        </p:nvSpPr>
        <p:spPr>
          <a:xfrm>
            <a:off x="4355639" y="3958194"/>
            <a:ext cx="432723" cy="432723"/>
          </a:xfrm>
          <a:prstGeom prst="ellipse">
            <a:avLst/>
          </a:prstGeom>
          <a:solidFill>
            <a:schemeClr val="accent2"/>
          </a:solidFill>
          <a:ln w="41275" cap="sq">
            <a:solidFill>
              <a:schemeClr val="bg1"/>
            </a:solidFill>
            <a:miter/>
          </a:ln>
          <a:effectLst>
            <a:outerShdw blurRad="101600" dist="101600" dir="5400000" algn="t" rotWithShape="0">
              <a:schemeClr val="accent2">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6" name="标题 1"/>
          <p:cNvSpPr txBox="1"/>
          <p:nvPr/>
        </p:nvSpPr>
        <p:spPr>
          <a:xfrm>
            <a:off x="4475207" y="4077750"/>
            <a:ext cx="193586" cy="193613"/>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17" name="标题 1"/>
          <p:cNvSpPr txBox="1"/>
          <p:nvPr/>
        </p:nvSpPr>
        <p:spPr>
          <a:xfrm>
            <a:off x="6824739" y="3958194"/>
            <a:ext cx="432723" cy="432723"/>
          </a:xfrm>
          <a:prstGeom prst="ellipse">
            <a:avLst/>
          </a:prstGeom>
          <a:gradFill>
            <a:gsLst>
              <a:gs pos="0">
                <a:schemeClr val="accent1">
                  <a:lumMod val="60000"/>
                  <a:lumOff val="40000"/>
                </a:schemeClr>
              </a:gs>
              <a:gs pos="83000">
                <a:schemeClr val="accent1">
                  <a:lumMod val="100000"/>
                </a:schemeClr>
              </a:gs>
            </a:gsLst>
            <a:lin ang="3000000" scaled="0"/>
          </a:gradFill>
          <a:ln w="41275" cap="sq">
            <a:solidFill>
              <a:schemeClr val="bg1"/>
            </a:solidFill>
            <a:miter/>
          </a:ln>
          <a:effectLst>
            <a:outerShdw blurRad="101600" dist="101600" dir="5400000" algn="t" rotWithShape="0">
              <a:schemeClr val="accent3">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8" name="标题 1"/>
          <p:cNvSpPr txBox="1"/>
          <p:nvPr/>
        </p:nvSpPr>
        <p:spPr>
          <a:xfrm>
            <a:off x="6936452" y="4077750"/>
            <a:ext cx="209297" cy="193613"/>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19" name="标题 1"/>
          <p:cNvSpPr txBox="1"/>
          <p:nvPr/>
        </p:nvSpPr>
        <p:spPr>
          <a:xfrm>
            <a:off x="1958142" y="1223227"/>
            <a:ext cx="289516" cy="283420"/>
          </a:xfrm>
          <a:prstGeom prst="rect">
            <a:avLst/>
          </a:prstGeom>
          <a:noFill/>
          <a:ln cap="sq">
            <a:noFill/>
          </a:ln>
        </p:spPr>
        <p:txBody>
          <a:bodyPr vert="horz" wrap="square" lIns="0" tIns="0" rIns="0" bIns="0" rtlCol="0" anchor="ctr"/>
          <a:lstStyle/>
          <a:p>
            <a:pPr algn="ctr">
              <a:lnSpc>
                <a:spcPct val="110000"/>
              </a:lnSpc>
            </a:pPr>
            <a:r>
              <a:rPr kumimoji="1" lang="en-US" altLang="zh-CN">
                <a:ln w="12700">
                  <a:noFill/>
                </a:ln>
                <a:solidFill>
                  <a:srgbClr val="FFFFFF">
                    <a:alpha val="100000"/>
                  </a:srgbClr>
                </a:solidFill>
                <a:latin typeface="Source Han Sans CN Bold"/>
                <a:ea typeface="Source Han Sans CN Bold"/>
                <a:cs typeface="Source Han Sans CN Bold"/>
              </a:rPr>
              <a:t>01</a:t>
            </a:r>
            <a:endParaRPr kumimoji="1" lang="zh-CN" altLang="en-US" sz="1350"/>
          </a:p>
        </p:txBody>
      </p:sp>
      <p:sp>
        <p:nvSpPr>
          <p:cNvPr id="20" name="标题 1"/>
          <p:cNvSpPr txBox="1"/>
          <p:nvPr/>
        </p:nvSpPr>
        <p:spPr>
          <a:xfrm>
            <a:off x="4427243" y="1223227"/>
            <a:ext cx="289516" cy="283420"/>
          </a:xfrm>
          <a:prstGeom prst="rect">
            <a:avLst/>
          </a:prstGeom>
          <a:noFill/>
          <a:ln cap="sq">
            <a:noFill/>
          </a:ln>
        </p:spPr>
        <p:txBody>
          <a:bodyPr vert="horz" wrap="square" lIns="0" tIns="0" rIns="0" bIns="0" rtlCol="0" anchor="ctr"/>
          <a:lstStyle/>
          <a:p>
            <a:pPr algn="ctr">
              <a:lnSpc>
                <a:spcPct val="110000"/>
              </a:lnSpc>
            </a:pPr>
            <a:r>
              <a:rPr kumimoji="1" lang="en-US" altLang="zh-CN">
                <a:ln w="12700">
                  <a:noFill/>
                </a:ln>
                <a:solidFill>
                  <a:srgbClr val="FFFFFF">
                    <a:alpha val="100000"/>
                  </a:srgbClr>
                </a:solidFill>
                <a:latin typeface="Source Han Sans CN Bold"/>
                <a:ea typeface="Source Han Sans CN Bold"/>
                <a:cs typeface="Source Han Sans CN Bold"/>
              </a:rPr>
              <a:t>02</a:t>
            </a:r>
            <a:endParaRPr kumimoji="1" lang="zh-CN" altLang="en-US" sz="1350"/>
          </a:p>
        </p:txBody>
      </p:sp>
      <p:sp>
        <p:nvSpPr>
          <p:cNvPr id="21" name="标题 1"/>
          <p:cNvSpPr txBox="1"/>
          <p:nvPr/>
        </p:nvSpPr>
        <p:spPr>
          <a:xfrm>
            <a:off x="6896343" y="1223227"/>
            <a:ext cx="289516" cy="283420"/>
          </a:xfrm>
          <a:prstGeom prst="rect">
            <a:avLst/>
          </a:prstGeom>
          <a:noFill/>
          <a:ln cap="sq">
            <a:noFill/>
          </a:ln>
        </p:spPr>
        <p:txBody>
          <a:bodyPr vert="horz" wrap="square" lIns="0" tIns="0" rIns="0" bIns="0" rtlCol="0" anchor="ctr"/>
          <a:lstStyle/>
          <a:p>
            <a:pPr algn="ctr">
              <a:lnSpc>
                <a:spcPct val="110000"/>
              </a:lnSpc>
            </a:pPr>
            <a:r>
              <a:rPr kumimoji="1" lang="en-US" altLang="zh-CN">
                <a:ln w="12700">
                  <a:noFill/>
                </a:ln>
                <a:solidFill>
                  <a:srgbClr val="FFFFFF">
                    <a:alpha val="100000"/>
                  </a:srgbClr>
                </a:solidFill>
                <a:latin typeface="Source Han Sans CN Bold"/>
                <a:ea typeface="Source Han Sans CN Bold"/>
                <a:cs typeface="Source Han Sans CN Bold"/>
              </a:rPr>
              <a:t>03</a:t>
            </a:r>
            <a:endParaRPr kumimoji="1" lang="zh-CN" altLang="en-US" sz="1350"/>
          </a:p>
        </p:txBody>
      </p:sp>
      <p:sp>
        <p:nvSpPr>
          <p:cNvPr id="22" name="标题 1"/>
          <p:cNvSpPr txBox="1"/>
          <p:nvPr/>
        </p:nvSpPr>
        <p:spPr>
          <a:xfrm>
            <a:off x="588703" y="117199"/>
            <a:ext cx="7783177" cy="402314"/>
          </a:xfrm>
          <a:prstGeom prst="rect">
            <a:avLst/>
          </a:prstGeom>
          <a:noFill/>
          <a:ln>
            <a:noFill/>
          </a:ln>
        </p:spPr>
        <p:txBody>
          <a:bodyPr vert="horz" wrap="square" lIns="0" tIns="0" rIns="0" bIns="0" rtlCol="0" anchor="t"/>
          <a:lstStyle/>
          <a:p>
            <a:pPr algn="l">
              <a:lnSpc>
                <a:spcPct val="130000"/>
              </a:lnSpc>
            </a:pPr>
            <a:r>
              <a:rPr kumimoji="1" lang="en-US" altLang="zh-CN" sz="2100">
                <a:ln w="8890">
                  <a:noFill/>
                </a:ln>
                <a:solidFill>
                  <a:srgbClr val="262626">
                    <a:alpha val="100000"/>
                  </a:srgbClr>
                </a:solidFill>
                <a:latin typeface="Source Han Sans CN Bold"/>
                <a:ea typeface="Source Han Sans CN Bold"/>
                <a:cs typeface="Source Han Sans CN Bold"/>
              </a:rPr>
              <a:t>Data Splitting</a:t>
            </a:r>
            <a:endParaRPr kumimoji="1" lang="zh-CN" altLang="en-US" sz="1350"/>
          </a:p>
        </p:txBody>
      </p:sp>
      <p:sp>
        <p:nvSpPr>
          <p:cNvPr id="23" name="标题 1"/>
          <p:cNvSpPr txBox="1"/>
          <p:nvPr/>
        </p:nvSpPr>
        <p:spPr>
          <a:xfrm>
            <a:off x="191017" y="158896"/>
            <a:ext cx="294437" cy="318920"/>
          </a:xfrm>
          <a:prstGeom prst="irregularSeal1">
            <a:avLst/>
          </a:prstGeom>
          <a:solidFill>
            <a:schemeClr val="bg1"/>
          </a:solidFill>
          <a:ln w="12700" cap="sq">
            <a:solidFill>
              <a:schemeClr val="accent1"/>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4" name="标题 1"/>
          <p:cNvSpPr txBox="1"/>
          <p:nvPr/>
        </p:nvSpPr>
        <p:spPr>
          <a:xfrm>
            <a:off x="239525" y="207724"/>
            <a:ext cx="194118" cy="210260"/>
          </a:xfrm>
          <a:prstGeom prst="irregularSeal1">
            <a:avLst/>
          </a:prstGeom>
          <a:solidFill>
            <a:schemeClr val="accent1"/>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
        <p:nvSpPr>
          <p:cNvPr id="25" name="标题 1"/>
          <p:cNvSpPr txBox="1"/>
          <p:nvPr/>
        </p:nvSpPr>
        <p:spPr>
          <a:xfrm>
            <a:off x="236435" y="203711"/>
            <a:ext cx="183282" cy="198522"/>
          </a:xfrm>
          <a:prstGeom prst="irregularSeal1">
            <a:avLst/>
          </a:prstGeom>
          <a:noFill/>
          <a:ln w="12700" cap="sq">
            <a:solidFill>
              <a:schemeClr val="tx1">
                <a:lumMod val="85000"/>
                <a:lumOff val="15000"/>
              </a:schemeClr>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6" name="标题 1"/>
          <p:cNvSpPr txBox="1"/>
          <p:nvPr/>
        </p:nvSpPr>
        <p:spPr>
          <a:xfrm>
            <a:off x="304765" y="276519"/>
            <a:ext cx="50864" cy="55093"/>
          </a:xfrm>
          <a:prstGeom prst="irregularSeal1">
            <a:avLst/>
          </a:prstGeom>
          <a:solidFill>
            <a:schemeClr val="tx1">
              <a:lumMod val="85000"/>
              <a:lumOff val="15000"/>
            </a:schemeClr>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BD7B-E777-E99D-63AD-84012A2E384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37500C-B49F-A157-CB17-E4B5929A35C2}"/>
              </a:ext>
            </a:extLst>
          </p:cNvPr>
          <p:cNvSpPr txBox="1"/>
          <p:nvPr/>
        </p:nvSpPr>
        <p:spPr>
          <a:xfrm>
            <a:off x="0" y="0"/>
            <a:ext cx="9144000" cy="5143500"/>
          </a:xfrm>
          <a:prstGeom prst="rect">
            <a:avLst/>
          </a:prstGeom>
          <a:gradFill>
            <a:gsLst>
              <a:gs pos="0">
                <a:schemeClr val="accent5">
                  <a:lumMod val="20000"/>
                  <a:lumOff val="80000"/>
                  <a:alpha val="24000"/>
                </a:schemeClr>
              </a:gs>
              <a:gs pos="57000">
                <a:schemeClr val="bg1">
                  <a:alpha val="7000"/>
                </a:schemeClr>
              </a:gs>
            </a:gsLst>
            <a:lin ang="16200000" scaled="0"/>
          </a:gra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3" name="标题 1">
            <a:extLst>
              <a:ext uri="{FF2B5EF4-FFF2-40B4-BE49-F238E27FC236}">
                <a16:creationId xmlns:a16="http://schemas.microsoft.com/office/drawing/2014/main" id="{F3DCE4D6-FD00-9B0F-688B-9C154E6FC19F}"/>
              </a:ext>
            </a:extLst>
          </p:cNvPr>
          <p:cNvSpPr txBox="1"/>
          <p:nvPr/>
        </p:nvSpPr>
        <p:spPr>
          <a:xfrm>
            <a:off x="-1757065" y="2399856"/>
            <a:ext cx="5440218" cy="5440218"/>
          </a:xfrm>
          <a:prstGeom prst="ellipse">
            <a:avLst/>
          </a:prstGeom>
          <a:solidFill>
            <a:schemeClr val="accent1">
              <a:lumMod val="20000"/>
              <a:lumOff val="80000"/>
              <a:alpha val="50000"/>
            </a:schemeClr>
          </a:solidFill>
          <a:ln w="12700" cap="sq">
            <a:noFill/>
            <a:miter/>
          </a:ln>
        </p:spPr>
        <p:txBody>
          <a:bodyPr vert="horz" wrap="square" lIns="68580" tIns="34290" rIns="68580" bIns="34290" rtlCol="0" anchor="ctr"/>
          <a:lstStyle/>
          <a:p>
            <a:pPr algn="ctr">
              <a:lnSpc>
                <a:spcPct val="110000"/>
              </a:lnSpc>
            </a:pPr>
            <a:endParaRPr kumimoji="1" lang="zh-CN" altLang="en-US" sz="1350"/>
          </a:p>
        </p:txBody>
      </p:sp>
      <p:sp>
        <p:nvSpPr>
          <p:cNvPr id="4" name="标题 1">
            <a:extLst>
              <a:ext uri="{FF2B5EF4-FFF2-40B4-BE49-F238E27FC236}">
                <a16:creationId xmlns:a16="http://schemas.microsoft.com/office/drawing/2014/main" id="{1C42AE09-EA7F-E005-E678-526A9CA64AD2}"/>
              </a:ext>
            </a:extLst>
          </p:cNvPr>
          <p:cNvSpPr txBox="1"/>
          <p:nvPr/>
        </p:nvSpPr>
        <p:spPr>
          <a:xfrm>
            <a:off x="4647608" y="999134"/>
            <a:ext cx="2909084" cy="3664745"/>
          </a:xfrm>
          <a:prstGeom prst="roundRect">
            <a:avLst>
              <a:gd name="adj" fmla="val 5972"/>
            </a:avLst>
          </a:prstGeom>
          <a:solidFill>
            <a:schemeClr val="bg1"/>
          </a:solidFill>
          <a:ln w="12700" cap="sq">
            <a:noFill/>
            <a:miter/>
          </a:ln>
          <a:effectLst>
            <a:outerShdw blurRad="508000" sx="101000" sy="101000" algn="ctr" rotWithShape="0">
              <a:schemeClr val="tx1">
                <a:lumMod val="85000"/>
                <a:lumOff val="15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5" name="标题 1">
            <a:extLst>
              <a:ext uri="{FF2B5EF4-FFF2-40B4-BE49-F238E27FC236}">
                <a16:creationId xmlns:a16="http://schemas.microsoft.com/office/drawing/2014/main" id="{D3006F6D-8BB8-F793-6342-C1B7F9912F8B}"/>
              </a:ext>
            </a:extLst>
          </p:cNvPr>
          <p:cNvSpPr txBox="1"/>
          <p:nvPr/>
        </p:nvSpPr>
        <p:spPr>
          <a:xfrm>
            <a:off x="4821382" y="1361209"/>
            <a:ext cx="2556292" cy="3030476"/>
          </a:xfrm>
          <a:prstGeom prst="rect">
            <a:avLst/>
          </a:prstGeom>
          <a:noFill/>
          <a:ln>
            <a:noFill/>
          </a:ln>
        </p:spPr>
        <p:txBody>
          <a:bodyPr vert="horz" wrap="square" lIns="0" tIns="0" rIns="0" bIns="0" rtlCol="0" anchor="t"/>
          <a:lstStyle/>
          <a:p>
            <a:pPr>
              <a:lnSpc>
                <a:spcPct val="150000"/>
              </a:lnSpc>
            </a:pPr>
            <a:r>
              <a:rPr lang="en-AU" sz="1200" b="1">
                <a:latin typeface="Segoe UI Symbol" panose="020B0502040204020203" pitchFamily="34" charset="0"/>
                <a:ea typeface="Segoe UI Symbol" panose="020B0502040204020203" pitchFamily="34" charset="0"/>
              </a:rPr>
              <a:t>Random Forest: </a:t>
            </a:r>
          </a:p>
          <a:p>
            <a:pPr>
              <a:lnSpc>
                <a:spcPct val="150000"/>
              </a:lnSpc>
            </a:pPr>
            <a:endParaRPr lang="en-AU" sz="1200">
              <a:latin typeface="Segoe UI Symbol" panose="020B0502040204020203" pitchFamily="34" charset="0"/>
              <a:ea typeface="Segoe UI Symbol" panose="020B0502040204020203" pitchFamily="34" charset="0"/>
            </a:endParaRPr>
          </a:p>
          <a:p>
            <a:pPr>
              <a:lnSpc>
                <a:spcPct val="150000"/>
              </a:lnSpc>
            </a:pPr>
            <a:r>
              <a:rPr lang="en-AU" sz="1200">
                <a:latin typeface="Segoe UI Symbol" panose="020B0502040204020203" pitchFamily="34" charset="0"/>
                <a:ea typeface="Segoe UI Symbol" panose="020B0502040204020203" pitchFamily="34" charset="0"/>
              </a:rPr>
              <a:t>We're looking at a group of decision trees that can really get a handle on those tricky non-linear relationships. We fine-tuned some hyperparameters, like how deep the trees go and the minimum number of samples needed for a split. </a:t>
            </a:r>
            <a:endParaRPr kumimoji="1" lang="zh-CN" altLang="en-US" sz="1200">
              <a:latin typeface="Segoe UI Symbol" panose="020B0502040204020203" pitchFamily="34" charset="0"/>
            </a:endParaRPr>
          </a:p>
        </p:txBody>
      </p:sp>
      <p:sp>
        <p:nvSpPr>
          <p:cNvPr id="13" name="标题 1">
            <a:extLst>
              <a:ext uri="{FF2B5EF4-FFF2-40B4-BE49-F238E27FC236}">
                <a16:creationId xmlns:a16="http://schemas.microsoft.com/office/drawing/2014/main" id="{9F1AC55A-41A3-FE5D-D8E1-BD6477ED5F5F}"/>
              </a:ext>
            </a:extLst>
          </p:cNvPr>
          <p:cNvSpPr txBox="1"/>
          <p:nvPr/>
        </p:nvSpPr>
        <p:spPr>
          <a:xfrm>
            <a:off x="6882569" y="1629535"/>
            <a:ext cx="674123" cy="59018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gradFill>
            <a:gsLst>
              <a:gs pos="0">
                <a:schemeClr val="bg1">
                  <a:alpha val="25000"/>
                </a:schemeClr>
              </a:gs>
              <a:gs pos="100000">
                <a:schemeClr val="bg1">
                  <a:alpha val="0"/>
                </a:schemeClr>
              </a:gs>
            </a:gsLst>
            <a:lin ang="5400000" scaled="0"/>
          </a:gradFill>
          <a:ln w="1860" cap="flat">
            <a:noFill/>
            <a:miter/>
          </a:ln>
        </p:spPr>
        <p:txBody>
          <a:bodyPr vert="horz" wrap="square" lIns="68580" tIns="34290" rIns="68580" bIns="34290" rtlCol="0" anchor="ctr"/>
          <a:lstStyle/>
          <a:p>
            <a:pPr algn="l">
              <a:lnSpc>
                <a:spcPct val="100000"/>
              </a:lnSpc>
            </a:pPr>
            <a:endParaRPr kumimoji="1" lang="zh-CN" altLang="en-US" sz="1350"/>
          </a:p>
        </p:txBody>
      </p:sp>
      <p:sp>
        <p:nvSpPr>
          <p:cNvPr id="14" name="标题 1">
            <a:extLst>
              <a:ext uri="{FF2B5EF4-FFF2-40B4-BE49-F238E27FC236}">
                <a16:creationId xmlns:a16="http://schemas.microsoft.com/office/drawing/2014/main" id="{0EA10665-9772-750B-44E5-800D60FA3B0B}"/>
              </a:ext>
            </a:extLst>
          </p:cNvPr>
          <p:cNvSpPr txBox="1"/>
          <p:nvPr/>
        </p:nvSpPr>
        <p:spPr>
          <a:xfrm>
            <a:off x="802796" y="1112728"/>
            <a:ext cx="2880357" cy="3551151"/>
          </a:xfrm>
          <a:prstGeom prst="roundRect">
            <a:avLst>
              <a:gd name="adj" fmla="val 5972"/>
            </a:avLst>
          </a:prstGeom>
          <a:solidFill>
            <a:schemeClr val="bg1"/>
          </a:solidFill>
          <a:ln w="12700" cap="sq">
            <a:noFill/>
            <a:miter/>
          </a:ln>
          <a:effectLst>
            <a:outerShdw blurRad="63500" sx="101000" sy="101000" algn="ctr" rotWithShape="0">
              <a:schemeClr val="tx1">
                <a:lumMod val="85000"/>
                <a:lumOff val="15000"/>
                <a:alpha val="20000"/>
              </a:schemeClr>
            </a:outerShdw>
          </a:effectLst>
        </p:spPr>
        <p:txBody>
          <a:bodyPr vert="horz" wrap="square" lIns="68580" tIns="34290" rIns="68580" bIns="34290" rtlCol="0" anchor="ctr"/>
          <a:lstStyle/>
          <a:p>
            <a:pPr algn="ctr">
              <a:lnSpc>
                <a:spcPct val="110000"/>
              </a:lnSpc>
            </a:pPr>
            <a:endParaRPr kumimoji="1" lang="zh-CN" altLang="en-US" sz="1350"/>
          </a:p>
        </p:txBody>
      </p:sp>
      <p:sp>
        <p:nvSpPr>
          <p:cNvPr id="15" name="标题 1">
            <a:extLst>
              <a:ext uri="{FF2B5EF4-FFF2-40B4-BE49-F238E27FC236}">
                <a16:creationId xmlns:a16="http://schemas.microsoft.com/office/drawing/2014/main" id="{523106A5-A718-64E7-CA24-41463591DC14}"/>
              </a:ext>
            </a:extLst>
          </p:cNvPr>
          <p:cNvSpPr txBox="1"/>
          <p:nvPr/>
        </p:nvSpPr>
        <p:spPr>
          <a:xfrm>
            <a:off x="972250" y="1361209"/>
            <a:ext cx="2550515" cy="2883505"/>
          </a:xfrm>
          <a:prstGeom prst="rect">
            <a:avLst/>
          </a:prstGeom>
          <a:noFill/>
          <a:ln>
            <a:noFill/>
          </a:ln>
        </p:spPr>
        <p:txBody>
          <a:bodyPr vert="horz" wrap="square" lIns="0" tIns="0" rIns="0" bIns="0" rtlCol="0" anchor="t"/>
          <a:lstStyle/>
          <a:p>
            <a:pPr>
              <a:lnSpc>
                <a:spcPct val="150000"/>
              </a:lnSpc>
            </a:pPr>
            <a:r>
              <a:rPr lang="en-AU" sz="1200" b="1">
                <a:latin typeface="Segoe UI Symbol" panose="020B0502040204020203" pitchFamily="34" charset="0"/>
                <a:ea typeface="Segoe UI Symbol" panose="020B0502040204020203" pitchFamily="34" charset="0"/>
              </a:rPr>
              <a:t>Logistic Regression:</a:t>
            </a:r>
          </a:p>
          <a:p>
            <a:pPr>
              <a:lnSpc>
                <a:spcPct val="150000"/>
              </a:lnSpc>
            </a:pPr>
            <a:endParaRPr lang="en-AU" sz="1200">
              <a:latin typeface="Segoe UI Symbol" panose="020B0502040204020203" pitchFamily="34" charset="0"/>
              <a:ea typeface="Segoe UI Symbol" panose="020B0502040204020203" pitchFamily="34" charset="0"/>
            </a:endParaRPr>
          </a:p>
          <a:p>
            <a:pPr>
              <a:lnSpc>
                <a:spcPct val="150000"/>
              </a:lnSpc>
            </a:pPr>
            <a:r>
              <a:rPr lang="en-AU" sz="1200">
                <a:solidFill>
                  <a:srgbClr val="000000"/>
                </a:solidFill>
                <a:latin typeface="Segoe UI Symbol" panose="020B0502040204020203" pitchFamily="34" charset="0"/>
                <a:ea typeface="Segoe UI Symbol" panose="020B0502040204020203" pitchFamily="34" charset="0"/>
              </a:rPr>
              <a:t>We started with a linear model as our baseline. To make sure we addressed the uneven distribution of survivors and non-survivors, we balanced the class weights.</a:t>
            </a:r>
            <a:endParaRPr kumimoji="1" lang="zh-CN" altLang="en-US" sz="1200">
              <a:latin typeface="Segoe UI Symbol" panose="020B0502040204020203" pitchFamily="34" charset="0"/>
            </a:endParaRPr>
          </a:p>
        </p:txBody>
      </p:sp>
      <p:sp>
        <p:nvSpPr>
          <p:cNvPr id="19" name="标题 1">
            <a:extLst>
              <a:ext uri="{FF2B5EF4-FFF2-40B4-BE49-F238E27FC236}">
                <a16:creationId xmlns:a16="http://schemas.microsoft.com/office/drawing/2014/main" id="{4D0BC949-6EFD-21C5-2A1C-C5B620607575}"/>
              </a:ext>
            </a:extLst>
          </p:cNvPr>
          <p:cNvSpPr txBox="1"/>
          <p:nvPr/>
        </p:nvSpPr>
        <p:spPr>
          <a:xfrm>
            <a:off x="588703" y="117199"/>
            <a:ext cx="7783177" cy="402314"/>
          </a:xfrm>
          <a:prstGeom prst="rect">
            <a:avLst/>
          </a:prstGeom>
          <a:noFill/>
          <a:ln>
            <a:noFill/>
          </a:ln>
        </p:spPr>
        <p:txBody>
          <a:bodyPr vert="horz" wrap="square" lIns="0" tIns="0" rIns="0" bIns="0" rtlCol="0" anchor="t"/>
          <a:lstStyle/>
          <a:p>
            <a:pPr algn="l">
              <a:lnSpc>
                <a:spcPct val="130000"/>
              </a:lnSpc>
            </a:pPr>
            <a:r>
              <a:rPr kumimoji="1" lang="en-US" altLang="zh-CN" sz="2100">
                <a:ln w="8890">
                  <a:noFill/>
                </a:ln>
                <a:solidFill>
                  <a:srgbClr val="262626">
                    <a:alpha val="100000"/>
                  </a:srgbClr>
                </a:solidFill>
                <a:latin typeface="Source Han Sans CN Bold"/>
                <a:ea typeface="Source Han Sans CN Bold"/>
                <a:cs typeface="Source Han Sans CN Bold"/>
              </a:rPr>
              <a:t>Model Implementation</a:t>
            </a:r>
            <a:endParaRPr kumimoji="1" lang="zh-CN" altLang="en-US" sz="2100"/>
          </a:p>
        </p:txBody>
      </p:sp>
      <p:sp>
        <p:nvSpPr>
          <p:cNvPr id="20" name="标题 1">
            <a:extLst>
              <a:ext uri="{FF2B5EF4-FFF2-40B4-BE49-F238E27FC236}">
                <a16:creationId xmlns:a16="http://schemas.microsoft.com/office/drawing/2014/main" id="{C206E5DE-3EC1-08D3-AAFE-FA1378D50F22}"/>
              </a:ext>
            </a:extLst>
          </p:cNvPr>
          <p:cNvSpPr txBox="1"/>
          <p:nvPr/>
        </p:nvSpPr>
        <p:spPr>
          <a:xfrm>
            <a:off x="191017" y="158896"/>
            <a:ext cx="294437" cy="318920"/>
          </a:xfrm>
          <a:prstGeom prst="irregularSeal1">
            <a:avLst/>
          </a:prstGeom>
          <a:solidFill>
            <a:schemeClr val="bg1"/>
          </a:solidFill>
          <a:ln w="12700" cap="sq">
            <a:solidFill>
              <a:schemeClr val="accent1"/>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1" name="标题 1">
            <a:extLst>
              <a:ext uri="{FF2B5EF4-FFF2-40B4-BE49-F238E27FC236}">
                <a16:creationId xmlns:a16="http://schemas.microsoft.com/office/drawing/2014/main" id="{682CCB2D-5BFB-9E13-8C89-B31069F91CD0}"/>
              </a:ext>
            </a:extLst>
          </p:cNvPr>
          <p:cNvSpPr txBox="1"/>
          <p:nvPr/>
        </p:nvSpPr>
        <p:spPr>
          <a:xfrm>
            <a:off x="239525" y="207724"/>
            <a:ext cx="194118" cy="210260"/>
          </a:xfrm>
          <a:prstGeom prst="irregularSeal1">
            <a:avLst/>
          </a:prstGeom>
          <a:solidFill>
            <a:schemeClr val="accent1"/>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
        <p:nvSpPr>
          <p:cNvPr id="22" name="标题 1">
            <a:extLst>
              <a:ext uri="{FF2B5EF4-FFF2-40B4-BE49-F238E27FC236}">
                <a16:creationId xmlns:a16="http://schemas.microsoft.com/office/drawing/2014/main" id="{53072698-0CF3-B758-DBF2-D1C49CCDFC73}"/>
              </a:ext>
            </a:extLst>
          </p:cNvPr>
          <p:cNvSpPr txBox="1"/>
          <p:nvPr/>
        </p:nvSpPr>
        <p:spPr>
          <a:xfrm>
            <a:off x="236435" y="203711"/>
            <a:ext cx="183282" cy="198522"/>
          </a:xfrm>
          <a:prstGeom prst="irregularSeal1">
            <a:avLst/>
          </a:prstGeom>
          <a:noFill/>
          <a:ln w="12700" cap="sq">
            <a:solidFill>
              <a:schemeClr val="tx1">
                <a:lumMod val="85000"/>
                <a:lumOff val="15000"/>
              </a:schemeClr>
            </a:solidFill>
            <a:miter/>
          </a:ln>
          <a:effectLst/>
        </p:spPr>
        <p:txBody>
          <a:bodyPr vert="horz" wrap="square" lIns="68580" tIns="34290" rIns="68580" bIns="34290" rtlCol="0" anchor="ctr"/>
          <a:lstStyle/>
          <a:p>
            <a:pPr algn="ctr">
              <a:lnSpc>
                <a:spcPct val="110000"/>
              </a:lnSpc>
            </a:pPr>
            <a:endParaRPr kumimoji="1" lang="zh-CN" altLang="en-US" sz="1350"/>
          </a:p>
        </p:txBody>
      </p:sp>
      <p:sp>
        <p:nvSpPr>
          <p:cNvPr id="23" name="标题 1">
            <a:extLst>
              <a:ext uri="{FF2B5EF4-FFF2-40B4-BE49-F238E27FC236}">
                <a16:creationId xmlns:a16="http://schemas.microsoft.com/office/drawing/2014/main" id="{F3CD4A06-7616-0367-5EB2-1E4196F31557}"/>
              </a:ext>
            </a:extLst>
          </p:cNvPr>
          <p:cNvSpPr txBox="1"/>
          <p:nvPr/>
        </p:nvSpPr>
        <p:spPr>
          <a:xfrm>
            <a:off x="304765" y="276519"/>
            <a:ext cx="50864" cy="55093"/>
          </a:xfrm>
          <a:prstGeom prst="irregularSeal1">
            <a:avLst/>
          </a:prstGeom>
          <a:solidFill>
            <a:schemeClr val="tx1">
              <a:lumMod val="85000"/>
              <a:lumOff val="15000"/>
            </a:schemeClr>
          </a:solidFill>
          <a:ln w="12700" cap="sq">
            <a:noFill/>
            <a:miter/>
          </a:ln>
          <a:effectLst/>
        </p:spPr>
        <p:txBody>
          <a:bodyPr vert="horz" wrap="square" lIns="68580" tIns="34290" rIns="68580" bIns="34290" rtlCol="0" anchor="ctr"/>
          <a:lstStyle/>
          <a:p>
            <a:pPr algn="ctr">
              <a:lnSpc>
                <a:spcPct val="110000"/>
              </a:lnSpc>
            </a:pPr>
            <a:endParaRPr kumimoji="1" lang="zh-CN" altLang="en-US" sz="1350"/>
          </a:p>
        </p:txBody>
      </p:sp>
    </p:spTree>
    <p:extLst>
      <p:ext uri="{BB962C8B-B14F-4D97-AF65-F5344CB8AC3E}">
        <p14:creationId xmlns:p14="http://schemas.microsoft.com/office/powerpoint/2010/main" val="431235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A8E36-A2D1-089D-BFD1-96C6FC6BF1F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5BBBD12-0D9D-30E6-7E50-F5A7DD116D2E}"/>
              </a:ext>
            </a:extLst>
          </p:cNvPr>
          <p:cNvPicPr>
            <a:picLocks noChangeAspect="1"/>
          </p:cNvPicPr>
          <p:nvPr/>
        </p:nvPicPr>
        <p:blipFill>
          <a:blip r:embed="rId3"/>
          <a:stretch>
            <a:fillRect/>
          </a:stretch>
        </p:blipFill>
        <p:spPr>
          <a:xfrm>
            <a:off x="966517" y="50800"/>
            <a:ext cx="7210967" cy="5041900"/>
          </a:xfrm>
          <a:prstGeom prst="rect">
            <a:avLst/>
          </a:prstGeom>
          <a:noFill/>
        </p:spPr>
      </p:pic>
    </p:spTree>
    <p:extLst>
      <p:ext uri="{BB962C8B-B14F-4D97-AF65-F5344CB8AC3E}">
        <p14:creationId xmlns:p14="http://schemas.microsoft.com/office/powerpoint/2010/main" val="539441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F622F-EAE6-4806-9EC8-49F3B647FE4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BB8FD9C-38FB-AD98-BEC6-79D4AA041E47}"/>
              </a:ext>
            </a:extLst>
          </p:cNvPr>
          <p:cNvPicPr>
            <a:picLocks noChangeAspect="1"/>
          </p:cNvPicPr>
          <p:nvPr/>
        </p:nvPicPr>
        <p:blipFill>
          <a:blip r:embed="rId3"/>
          <a:stretch>
            <a:fillRect/>
          </a:stretch>
        </p:blipFill>
        <p:spPr>
          <a:xfrm>
            <a:off x="966517" y="50800"/>
            <a:ext cx="7210967" cy="5041900"/>
          </a:xfrm>
          <a:prstGeom prst="rect">
            <a:avLst/>
          </a:prstGeom>
          <a:noFill/>
        </p:spPr>
      </p:pic>
    </p:spTree>
    <p:extLst>
      <p:ext uri="{BB962C8B-B14F-4D97-AF65-F5344CB8AC3E}">
        <p14:creationId xmlns:p14="http://schemas.microsoft.com/office/powerpoint/2010/main" val="3947348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6C25-45F1-F5C2-43F9-B50AD6DB03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0BEC93D-86E0-E3C8-01D2-77BA86F324E9}"/>
              </a:ext>
            </a:extLst>
          </p:cNvPr>
          <p:cNvPicPr>
            <a:picLocks noChangeAspect="1"/>
          </p:cNvPicPr>
          <p:nvPr/>
        </p:nvPicPr>
        <p:blipFill>
          <a:blip r:embed="rId3"/>
          <a:stretch>
            <a:fillRect/>
          </a:stretch>
        </p:blipFill>
        <p:spPr>
          <a:xfrm>
            <a:off x="966517" y="50800"/>
            <a:ext cx="7210967" cy="5041900"/>
          </a:xfrm>
          <a:prstGeom prst="rect">
            <a:avLst/>
          </a:prstGeom>
          <a:noFill/>
        </p:spPr>
      </p:pic>
    </p:spTree>
    <p:extLst>
      <p:ext uri="{BB962C8B-B14F-4D97-AF65-F5344CB8AC3E}">
        <p14:creationId xmlns:p14="http://schemas.microsoft.com/office/powerpoint/2010/main" val="203658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560EF-4E81-A50D-9D2D-F126B5F0950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45B744-0AB6-C981-89E7-085B2DB37186}"/>
              </a:ext>
            </a:extLst>
          </p:cNvPr>
          <p:cNvPicPr>
            <a:picLocks noChangeAspect="1"/>
          </p:cNvPicPr>
          <p:nvPr/>
        </p:nvPicPr>
        <p:blipFill>
          <a:blip r:embed="rId3"/>
          <a:stretch>
            <a:fillRect/>
          </a:stretch>
        </p:blipFill>
        <p:spPr>
          <a:xfrm>
            <a:off x="966517" y="50800"/>
            <a:ext cx="7210967" cy="5041900"/>
          </a:xfrm>
          <a:prstGeom prst="rect">
            <a:avLst/>
          </a:prstGeom>
          <a:noFill/>
        </p:spPr>
      </p:pic>
    </p:spTree>
    <p:extLst>
      <p:ext uri="{BB962C8B-B14F-4D97-AF65-F5344CB8AC3E}">
        <p14:creationId xmlns:p14="http://schemas.microsoft.com/office/powerpoint/2010/main" val="3554895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0271-81BD-F92E-322B-E2650D6927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38B49D-FF1A-4303-0040-15B560583CD7}"/>
              </a:ext>
            </a:extLst>
          </p:cNvPr>
          <p:cNvPicPr>
            <a:picLocks noChangeAspect="1"/>
          </p:cNvPicPr>
          <p:nvPr/>
        </p:nvPicPr>
        <p:blipFill>
          <a:blip r:embed="rId3"/>
          <a:stretch>
            <a:fillRect/>
          </a:stretch>
        </p:blipFill>
        <p:spPr>
          <a:xfrm>
            <a:off x="893862" y="0"/>
            <a:ext cx="7356277" cy="5143500"/>
          </a:xfrm>
          <a:prstGeom prst="rect">
            <a:avLst/>
          </a:prstGeom>
        </p:spPr>
      </p:pic>
    </p:spTree>
    <p:extLst>
      <p:ext uri="{BB962C8B-B14F-4D97-AF65-F5344CB8AC3E}">
        <p14:creationId xmlns:p14="http://schemas.microsoft.com/office/powerpoint/2010/main" val="2857665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48E69-BC26-A2B3-8444-C72B54EEBA6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428301-2809-52F9-4CB9-56AEDAA98B7C}"/>
              </a:ext>
            </a:extLst>
          </p:cNvPr>
          <p:cNvSpPr>
            <a:spLocks noGrp="1"/>
          </p:cNvSpPr>
          <p:nvPr>
            <p:ph sz="half" idx="13"/>
          </p:nvPr>
        </p:nvSpPr>
        <p:spPr>
          <a:xfrm>
            <a:off x="425885" y="927010"/>
            <a:ext cx="7741085" cy="4099028"/>
          </a:xfrm>
        </p:spPr>
        <p:txBody>
          <a:bodyPr vert="horz" lIns="90000" tIns="45720" rIns="91440" bIns="45720" rtlCol="0" anchor="t">
            <a:normAutofit/>
          </a:bodyPr>
          <a:lstStyle/>
          <a:p>
            <a:pPr marL="269875" indent="-269875">
              <a:buNone/>
            </a:pPr>
            <a:r>
              <a:rPr lang="en-US"/>
              <a:t> </a:t>
            </a:r>
            <a:endParaRPr lang="en-US" b="1">
              <a:ea typeface="Calibri Light" panose="020F0302020204030204"/>
              <a:cs typeface="Calibri Light" panose="020F0302020204030204"/>
            </a:endParaRPr>
          </a:p>
        </p:txBody>
      </p:sp>
      <p:sp>
        <p:nvSpPr>
          <p:cNvPr id="3" name="Slide Number Placeholder 2">
            <a:extLst>
              <a:ext uri="{FF2B5EF4-FFF2-40B4-BE49-F238E27FC236}">
                <a16:creationId xmlns:a16="http://schemas.microsoft.com/office/drawing/2014/main" id="{FA2DA3C1-BF51-881E-D522-97803F5C6D0E}"/>
              </a:ext>
            </a:extLst>
          </p:cNvPr>
          <p:cNvSpPr>
            <a:spLocks noGrp="1"/>
          </p:cNvSpPr>
          <p:nvPr>
            <p:ph type="sldNum" sz="quarter" idx="12"/>
          </p:nvPr>
        </p:nvSpPr>
        <p:spPr/>
        <p:txBody>
          <a:bodyPr/>
          <a:lstStyle/>
          <a:p>
            <a:fld id="{6AA10EC0-CC52-A246-A2C3-81389B6F8C64}" type="slidenum">
              <a:rPr lang="en-US" smtClean="0"/>
              <a:pPr/>
              <a:t>25</a:t>
            </a:fld>
            <a:endParaRPr lang="en-US"/>
          </a:p>
        </p:txBody>
      </p:sp>
      <p:sp>
        <p:nvSpPr>
          <p:cNvPr id="6" name="Title 5">
            <a:extLst>
              <a:ext uri="{FF2B5EF4-FFF2-40B4-BE49-F238E27FC236}">
                <a16:creationId xmlns:a16="http://schemas.microsoft.com/office/drawing/2014/main" id="{41210CDA-7B5E-8683-EFE4-45E3858CD9C4}"/>
              </a:ext>
            </a:extLst>
          </p:cNvPr>
          <p:cNvSpPr>
            <a:spLocks noGrp="1"/>
          </p:cNvSpPr>
          <p:nvPr>
            <p:ph type="title"/>
          </p:nvPr>
        </p:nvSpPr>
        <p:spPr>
          <a:xfrm>
            <a:off x="813360" y="232524"/>
            <a:ext cx="7362077" cy="789958"/>
          </a:xfrm>
        </p:spPr>
        <p:txBody>
          <a:bodyPr/>
          <a:lstStyle/>
          <a:p>
            <a:pPr algn="ctr"/>
            <a:r>
              <a:rPr lang="en-US" dirty="0">
                <a:solidFill>
                  <a:schemeClr val="tx1"/>
                </a:solidFill>
              </a:rPr>
              <a:t>V. CONCLUSION</a:t>
            </a:r>
          </a:p>
        </p:txBody>
      </p:sp>
      <p:sp>
        <p:nvSpPr>
          <p:cNvPr id="5" name="TextBox 4">
            <a:extLst>
              <a:ext uri="{FF2B5EF4-FFF2-40B4-BE49-F238E27FC236}">
                <a16:creationId xmlns:a16="http://schemas.microsoft.com/office/drawing/2014/main" id="{B9FCCE34-A87E-D376-D6A2-8151E7A26583}"/>
              </a:ext>
            </a:extLst>
          </p:cNvPr>
          <p:cNvSpPr txBox="1"/>
          <p:nvPr/>
        </p:nvSpPr>
        <p:spPr>
          <a:xfrm>
            <a:off x="2286000" y="1284284"/>
            <a:ext cx="4572000" cy="296972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AU" sz="1400" dirty="0"/>
              <a:t>In conclusion, we successfully implemented both Logistic Regression and Random Forest models to predict Titanic survival. </a:t>
            </a:r>
          </a:p>
          <a:p>
            <a:pPr marL="285750" indent="-285750">
              <a:lnSpc>
                <a:spcPct val="150000"/>
              </a:lnSpc>
              <a:buFont typeface="Arial" panose="020B0604020202020204" pitchFamily="34" charset="0"/>
              <a:buChar char="•"/>
            </a:pPr>
            <a:endParaRPr lang="en-AU" sz="1400" dirty="0"/>
          </a:p>
          <a:p>
            <a:pPr marL="285750" indent="-285750">
              <a:lnSpc>
                <a:spcPct val="150000"/>
              </a:lnSpc>
              <a:buFont typeface="Arial" panose="020B0604020202020204" pitchFamily="34" charset="0"/>
              <a:buChar char="•"/>
            </a:pPr>
            <a:r>
              <a:rPr lang="en-AU" sz="1400" dirty="0"/>
              <a:t>We emphasize the importance of data preprocessing and feature engineering in preparing the data for effective </a:t>
            </a:r>
            <a:r>
              <a:rPr lang="en-AU" sz="1400" dirty="0" err="1"/>
              <a:t>modeling</a:t>
            </a:r>
            <a:r>
              <a:rPr lang="en-AU" sz="1400" dirty="0"/>
              <a:t>. We also performed hyperparameter tuning and evaluated the models using relevant metrics. </a:t>
            </a:r>
            <a:endParaRPr lang="en-US" sz="1400" dirty="0"/>
          </a:p>
        </p:txBody>
      </p:sp>
    </p:spTree>
    <p:extLst>
      <p:ext uri="{BB962C8B-B14F-4D97-AF65-F5344CB8AC3E}">
        <p14:creationId xmlns:p14="http://schemas.microsoft.com/office/powerpoint/2010/main" val="2415819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82AC58-E556-ABA7-4579-1231CCE2ACDE}"/>
              </a:ext>
            </a:extLst>
          </p:cNvPr>
          <p:cNvPicPr>
            <a:picLocks noGrp="1" noChangeAspect="1"/>
          </p:cNvPicPr>
          <p:nvPr>
            <p:ph sz="half" idx="13"/>
          </p:nvPr>
        </p:nvPicPr>
        <p:blipFill>
          <a:blip r:embed="rId2"/>
          <a:stretch>
            <a:fillRect/>
          </a:stretch>
        </p:blipFill>
        <p:spPr>
          <a:xfrm>
            <a:off x="0" y="0"/>
            <a:ext cx="9148571" cy="5143500"/>
          </a:xfrm>
          <a:prstGeom prst="rect">
            <a:avLst/>
          </a:prstGeom>
        </p:spPr>
      </p:pic>
      <p:sp>
        <p:nvSpPr>
          <p:cNvPr id="3" name="Slide Number Placeholder 2">
            <a:extLst>
              <a:ext uri="{FF2B5EF4-FFF2-40B4-BE49-F238E27FC236}">
                <a16:creationId xmlns:a16="http://schemas.microsoft.com/office/drawing/2014/main" id="{1E771765-E78C-5540-3FAD-5B6E6CCB4E2B}"/>
              </a:ext>
            </a:extLst>
          </p:cNvPr>
          <p:cNvSpPr>
            <a:spLocks noGrp="1"/>
          </p:cNvSpPr>
          <p:nvPr>
            <p:ph type="sldNum" sz="quarter" idx="12"/>
          </p:nvPr>
        </p:nvSpPr>
        <p:spPr/>
        <p:txBody>
          <a:bodyPr/>
          <a:lstStyle/>
          <a:p>
            <a:fld id="{6AA10EC0-CC52-A246-A2C3-81389B6F8C64}" type="slidenum">
              <a:rPr lang="en-US" smtClean="0"/>
              <a:pPr/>
              <a:t>26</a:t>
            </a:fld>
            <a:endParaRPr lang="en-US"/>
          </a:p>
        </p:txBody>
      </p:sp>
    </p:spTree>
    <p:extLst>
      <p:ext uri="{BB962C8B-B14F-4D97-AF65-F5344CB8AC3E}">
        <p14:creationId xmlns:p14="http://schemas.microsoft.com/office/powerpoint/2010/main" val="1129526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10F159CED5F8449669B517D586ED14" ma:contentTypeVersion="10" ma:contentTypeDescription="Create a new document." ma:contentTypeScope="" ma:versionID="03c98b9a3c92f0aa3758f1e849820bc2">
  <xsd:schema xmlns:xsd="http://www.w3.org/2001/XMLSchema" xmlns:xs="http://www.w3.org/2001/XMLSchema" xmlns:p="http://schemas.microsoft.com/office/2006/metadata/properties" xmlns:ns3="26261283-ed6e-4415-8a03-15fb5e273054" targetNamespace="http://schemas.microsoft.com/office/2006/metadata/properties" ma:root="true" ma:fieldsID="60cd43c6fb86be7eace491730ae7f469" ns3:_="">
    <xsd:import namespace="26261283-ed6e-4415-8a03-15fb5e27305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61283-ed6e-4415-8a03-15fb5e2730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00F3FF-26F1-44D7-87AC-D9E90BE5F871}">
  <ds:schemaRefs>
    <ds:schemaRef ds:uri="http://schemas.microsoft.com/sharepoint/v3/contenttype/forms"/>
  </ds:schemaRefs>
</ds:datastoreItem>
</file>

<file path=customXml/itemProps2.xml><?xml version="1.0" encoding="utf-8"?>
<ds:datastoreItem xmlns:ds="http://schemas.openxmlformats.org/officeDocument/2006/customXml" ds:itemID="{D41E617B-7121-4D21-8754-3AAD4AF8A093}">
  <ds:schemaRefs>
    <ds:schemaRef ds:uri="26261283-ed6e-4415-8a03-15fb5e273054"/>
    <ds:schemaRef ds:uri="http://purl.org/dc/terms/"/>
    <ds:schemaRef ds:uri="http://schemas.microsoft.com/office/2006/documentManagement/types"/>
    <ds:schemaRef ds:uri="http://www.w3.org/XML/1998/namespace"/>
    <ds:schemaRef ds:uri="http://schemas.microsoft.com/office/infopath/2007/PartnerControls"/>
    <ds:schemaRef ds:uri="http://purl.org/dc/elements/1.1/"/>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46DD8A3-A4E7-4351-8AAF-F3B7A313CCFB}">
  <ds:schemaRefs>
    <ds:schemaRef ds:uri="26261283-ed6e-4415-8a03-15fb5e27305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TotalTime>
  <Words>1682</Words>
  <Application>Microsoft Office PowerPoint</Application>
  <PresentationFormat>On-screen Show (16:9)</PresentationFormat>
  <Paragraphs>196</Paragraphs>
  <Slides>26</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Arial,Sans-Serif</vt:lpstr>
      <vt:lpstr>Inter</vt:lpstr>
      <vt:lpstr>OPPOSans R</vt:lpstr>
      <vt:lpstr>Source Han Sans</vt:lpstr>
      <vt:lpstr>Source Han Sans CN Bold</vt:lpstr>
      <vt:lpstr>Abadi</vt:lpstr>
      <vt:lpstr>Aptos</vt:lpstr>
      <vt:lpstr>Aptos Display</vt:lpstr>
      <vt:lpstr>Arial</vt:lpstr>
      <vt:lpstr>Calibri</vt:lpstr>
      <vt:lpstr>Calibri Light</vt:lpstr>
      <vt:lpstr>Segoe UI Symbol</vt:lpstr>
      <vt:lpstr>Office Theme</vt:lpstr>
      <vt:lpstr>HIT391 – MACHINE LEARNING: ADVANCEMENTS AND APPLICATIONS</vt:lpstr>
      <vt:lpstr>OUTLINE</vt:lpstr>
      <vt:lpstr>I. INTRODUCTION</vt:lpstr>
      <vt:lpstr>II. DATASETS DESCRIPTION</vt:lpstr>
      <vt:lpstr>III. CLUSTERING ALGORITHMS</vt:lpstr>
      <vt:lpstr>III. CLUSTERING ALGORITHMS</vt:lpstr>
      <vt:lpstr>III. CLUSTERING ALGORITHMS</vt:lpstr>
      <vt:lpstr>CLUSTERING ALGORITHMS</vt:lpstr>
      <vt:lpstr>CLUSTERING ALGORITHMS</vt:lpstr>
      <vt:lpstr>CLUSTERING ALGORITHMS</vt:lpstr>
      <vt:lpstr>CLUSTERING ALGORITHMS</vt:lpstr>
      <vt:lpstr>CLUSTERING ALGORITHMS</vt:lpstr>
      <vt:lpstr>CLUSTERING ALGORITHMS</vt:lpstr>
      <vt:lpstr>CLUSTERING ALGORITHMS</vt:lpstr>
      <vt:lpstr>Task 2 Titanic –   Machine Learning from Disaster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HIT391 PowerPoint Presentation</dc:title>
  <dc:creator>Kitty Turpin</dc:creator>
  <cp:lastModifiedBy>Shuyi Huang</cp:lastModifiedBy>
  <cp:revision>3</cp:revision>
  <dcterms:created xsi:type="dcterms:W3CDTF">2019-09-19T00:05:54Z</dcterms:created>
  <dcterms:modified xsi:type="dcterms:W3CDTF">2026-09-25T02:26:53Z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0x010100AC10F159CED5F8449669B517D586ED14</vt:lpwstr>
  </property>
</Properties>
</file>